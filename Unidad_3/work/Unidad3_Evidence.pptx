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B05A3A-862D-4E23-8C35-E98F5A4C780F}" v="2" dt="2025-12-02T04:12:01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Rodriguez T" userId="32b13e1ab8ff8e75" providerId="LiveId" clId="{CF940E53-9561-43CB-AECB-8308DFA64550}"/>
    <pc:docChg chg="undo custSel addSld modSld sldOrd">
      <pc:chgData name="Enrique Rodriguez T" userId="32b13e1ab8ff8e75" providerId="LiveId" clId="{CF940E53-9561-43CB-AECB-8308DFA64550}" dt="2025-12-02T04:13:15.550" v="424" actId="1076"/>
      <pc:docMkLst>
        <pc:docMk/>
      </pc:docMkLst>
      <pc:sldChg chg="modSp new mod">
        <pc:chgData name="Enrique Rodriguez T" userId="32b13e1ab8ff8e75" providerId="LiveId" clId="{CF940E53-9561-43CB-AECB-8308DFA64550}" dt="2025-12-02T03:57:06.608" v="43" actId="20577"/>
        <pc:sldMkLst>
          <pc:docMk/>
          <pc:sldMk cId="1422282167" sldId="256"/>
        </pc:sldMkLst>
        <pc:spChg chg="mod">
          <ac:chgData name="Enrique Rodriguez T" userId="32b13e1ab8ff8e75" providerId="LiveId" clId="{CF940E53-9561-43CB-AECB-8308DFA64550}" dt="2025-12-02T03:56:57.105" v="10" actId="20577"/>
          <ac:spMkLst>
            <pc:docMk/>
            <pc:sldMk cId="1422282167" sldId="256"/>
            <ac:spMk id="2" creationId="{ADB98F9D-E2B7-ED52-448C-DB65E4C3E27E}"/>
          </ac:spMkLst>
        </pc:spChg>
        <pc:spChg chg="mod">
          <ac:chgData name="Enrique Rodriguez T" userId="32b13e1ab8ff8e75" providerId="LiveId" clId="{CF940E53-9561-43CB-AECB-8308DFA64550}" dt="2025-12-02T03:57:06.608" v="43" actId="20577"/>
          <ac:spMkLst>
            <pc:docMk/>
            <pc:sldMk cId="1422282167" sldId="256"/>
            <ac:spMk id="3" creationId="{31E24BCB-4C75-9209-BCD9-C80BB3BD9427}"/>
          </ac:spMkLst>
        </pc:spChg>
      </pc:sldChg>
      <pc:sldChg chg="addSp delSp modSp new mod modClrScheme chgLayout">
        <pc:chgData name="Enrique Rodriguez T" userId="32b13e1ab8ff8e75" providerId="LiveId" clId="{CF940E53-9561-43CB-AECB-8308DFA64550}" dt="2025-12-02T03:58:24.748" v="77" actId="1076"/>
        <pc:sldMkLst>
          <pc:docMk/>
          <pc:sldMk cId="1780952947" sldId="257"/>
        </pc:sldMkLst>
        <pc:spChg chg="mod ord">
          <ac:chgData name="Enrique Rodriguez T" userId="32b13e1ab8ff8e75" providerId="LiveId" clId="{CF940E53-9561-43CB-AECB-8308DFA64550}" dt="2025-12-02T03:58:20.869" v="74" actId="700"/>
          <ac:spMkLst>
            <pc:docMk/>
            <pc:sldMk cId="1780952947" sldId="257"/>
            <ac:spMk id="2" creationId="{1BB2F12E-9916-BBAF-ECE3-8998F9681E96}"/>
          </ac:spMkLst>
        </pc:spChg>
        <pc:spChg chg="del">
          <ac:chgData name="Enrique Rodriguez T" userId="32b13e1ab8ff8e75" providerId="LiveId" clId="{CF940E53-9561-43CB-AECB-8308DFA64550}" dt="2025-12-02T03:58:20.869" v="74" actId="700"/>
          <ac:spMkLst>
            <pc:docMk/>
            <pc:sldMk cId="1780952947" sldId="257"/>
            <ac:spMk id="3" creationId="{1F4C97A1-D214-7C2C-9977-2423D58F6E6B}"/>
          </ac:spMkLst>
        </pc:spChg>
        <pc:picChg chg="add mod">
          <ac:chgData name="Enrique Rodriguez T" userId="32b13e1ab8ff8e75" providerId="LiveId" clId="{CF940E53-9561-43CB-AECB-8308DFA64550}" dt="2025-12-02T03:58:24.748" v="77" actId="1076"/>
          <ac:picMkLst>
            <pc:docMk/>
            <pc:sldMk cId="1780952947" sldId="257"/>
            <ac:picMk id="5" creationId="{F1CDB1C7-3D4F-023F-8851-A0FA2F427055}"/>
          </ac:picMkLst>
        </pc:picChg>
      </pc:sldChg>
      <pc:sldChg chg="addSp delSp modSp new mod ord chgLayout">
        <pc:chgData name="Enrique Rodriguez T" userId="32b13e1ab8ff8e75" providerId="LiveId" clId="{CF940E53-9561-43CB-AECB-8308DFA64550}" dt="2025-12-02T03:59:17.341" v="116" actId="1076"/>
        <pc:sldMkLst>
          <pc:docMk/>
          <pc:sldMk cId="1017320919" sldId="258"/>
        </pc:sldMkLst>
        <pc:spChg chg="del">
          <ac:chgData name="Enrique Rodriguez T" userId="32b13e1ab8ff8e75" providerId="LiveId" clId="{CF940E53-9561-43CB-AECB-8308DFA64550}" dt="2025-12-02T03:58:41.792" v="81" actId="700"/>
          <ac:spMkLst>
            <pc:docMk/>
            <pc:sldMk cId="1017320919" sldId="258"/>
            <ac:spMk id="2" creationId="{413B41C0-EFBA-337D-511E-C5FC81AEDFC0}"/>
          </ac:spMkLst>
        </pc:spChg>
        <pc:spChg chg="add mod ord">
          <ac:chgData name="Enrique Rodriguez T" userId="32b13e1ab8ff8e75" providerId="LiveId" clId="{CF940E53-9561-43CB-AECB-8308DFA64550}" dt="2025-12-02T03:58:54.994" v="112" actId="20577"/>
          <ac:spMkLst>
            <pc:docMk/>
            <pc:sldMk cId="1017320919" sldId="258"/>
            <ac:spMk id="3" creationId="{400BDAAC-30E8-E65F-3A7D-2874358EF7BE}"/>
          </ac:spMkLst>
        </pc:spChg>
        <pc:picChg chg="add mod">
          <ac:chgData name="Enrique Rodriguez T" userId="32b13e1ab8ff8e75" providerId="LiveId" clId="{CF940E53-9561-43CB-AECB-8308DFA64550}" dt="2025-12-02T03:59:17.341" v="116" actId="1076"/>
          <ac:picMkLst>
            <pc:docMk/>
            <pc:sldMk cId="1017320919" sldId="258"/>
            <ac:picMk id="5" creationId="{7230C3D8-228E-2159-BE6A-D99D5448F92E}"/>
          </ac:picMkLst>
        </pc:picChg>
      </pc:sldChg>
      <pc:sldChg chg="addSp modSp new mod ord">
        <pc:chgData name="Enrique Rodriguez T" userId="32b13e1ab8ff8e75" providerId="LiveId" clId="{CF940E53-9561-43CB-AECB-8308DFA64550}" dt="2025-12-02T04:02:01.821" v="203"/>
        <pc:sldMkLst>
          <pc:docMk/>
          <pc:sldMk cId="67191534" sldId="259"/>
        </pc:sldMkLst>
        <pc:spChg chg="mod">
          <ac:chgData name="Enrique Rodriguez T" userId="32b13e1ab8ff8e75" providerId="LiveId" clId="{CF940E53-9561-43CB-AECB-8308DFA64550}" dt="2025-12-02T04:01:31.777" v="196" actId="20577"/>
          <ac:spMkLst>
            <pc:docMk/>
            <pc:sldMk cId="67191534" sldId="259"/>
            <ac:spMk id="2" creationId="{5AD8D6DE-E77C-777D-47F3-8519953355D6}"/>
          </ac:spMkLst>
        </pc:spChg>
        <pc:picChg chg="add mod">
          <ac:chgData name="Enrique Rodriguez T" userId="32b13e1ab8ff8e75" providerId="LiveId" clId="{CF940E53-9561-43CB-AECB-8308DFA64550}" dt="2025-12-02T04:01:57.689" v="200" actId="1076"/>
          <ac:picMkLst>
            <pc:docMk/>
            <pc:sldMk cId="67191534" sldId="259"/>
            <ac:picMk id="4" creationId="{56FA8B83-4920-BB45-D218-F536337A436D}"/>
          </ac:picMkLst>
        </pc:picChg>
        <pc:picChg chg="add mod">
          <ac:chgData name="Enrique Rodriguez T" userId="32b13e1ab8ff8e75" providerId="LiveId" clId="{CF940E53-9561-43CB-AECB-8308DFA64550}" dt="2025-12-02T04:01:59.282" v="201" actId="1076"/>
          <ac:picMkLst>
            <pc:docMk/>
            <pc:sldMk cId="67191534" sldId="259"/>
            <ac:picMk id="6" creationId="{5DC12CC2-6A3E-3D23-6CB7-E02927457014}"/>
          </ac:picMkLst>
        </pc:picChg>
      </pc:sldChg>
      <pc:sldChg chg="addSp modSp new mod">
        <pc:chgData name="Enrique Rodriguez T" userId="32b13e1ab8ff8e75" providerId="LiveId" clId="{CF940E53-9561-43CB-AECB-8308DFA64550}" dt="2025-12-02T04:06:46.286" v="306" actId="20577"/>
        <pc:sldMkLst>
          <pc:docMk/>
          <pc:sldMk cId="613522470" sldId="260"/>
        </pc:sldMkLst>
        <pc:spChg chg="mod">
          <ac:chgData name="Enrique Rodriguez T" userId="32b13e1ab8ff8e75" providerId="LiveId" clId="{CF940E53-9561-43CB-AECB-8308DFA64550}" dt="2025-12-02T04:06:46.286" v="306" actId="20577"/>
          <ac:spMkLst>
            <pc:docMk/>
            <pc:sldMk cId="613522470" sldId="260"/>
            <ac:spMk id="2" creationId="{41EC98C7-1B92-48E7-42E9-DE882037DCAC}"/>
          </ac:spMkLst>
        </pc:spChg>
        <pc:spChg chg="add mod">
          <ac:chgData name="Enrique Rodriguez T" userId="32b13e1ab8ff8e75" providerId="LiveId" clId="{CF940E53-9561-43CB-AECB-8308DFA64550}" dt="2025-12-02T04:05:59.879" v="300" actId="20577"/>
          <ac:spMkLst>
            <pc:docMk/>
            <pc:sldMk cId="613522470" sldId="260"/>
            <ac:spMk id="9" creationId="{DF07B29B-2787-FFF2-235D-8C294F8C80F5}"/>
          </ac:spMkLst>
        </pc:spChg>
        <pc:picChg chg="add mod">
          <ac:chgData name="Enrique Rodriguez T" userId="32b13e1ab8ff8e75" providerId="LiveId" clId="{CF940E53-9561-43CB-AECB-8308DFA64550}" dt="2025-12-02T04:03:04.888" v="257" actId="14100"/>
          <ac:picMkLst>
            <pc:docMk/>
            <pc:sldMk cId="613522470" sldId="260"/>
            <ac:picMk id="4" creationId="{C95F551A-1421-992F-8759-F8BF9718705E}"/>
          </ac:picMkLst>
        </pc:picChg>
        <pc:picChg chg="add mod">
          <ac:chgData name="Enrique Rodriguez T" userId="32b13e1ab8ff8e75" providerId="LiveId" clId="{CF940E53-9561-43CB-AECB-8308DFA64550}" dt="2025-12-02T04:05:37.674" v="263" actId="1076"/>
          <ac:picMkLst>
            <pc:docMk/>
            <pc:sldMk cId="613522470" sldId="260"/>
            <ac:picMk id="6" creationId="{0B88D2A4-CC63-E16F-2B8E-D430CD574CA0}"/>
          </ac:picMkLst>
        </pc:picChg>
        <pc:picChg chg="add mod">
          <ac:chgData name="Enrique Rodriguez T" userId="32b13e1ab8ff8e75" providerId="LiveId" clId="{CF940E53-9561-43CB-AECB-8308DFA64550}" dt="2025-12-02T04:05:33.685" v="262" actId="1076"/>
          <ac:picMkLst>
            <pc:docMk/>
            <pc:sldMk cId="613522470" sldId="260"/>
            <ac:picMk id="8" creationId="{74F1AD36-DB79-F43F-2B7C-CA84F5A5AD8E}"/>
          </ac:picMkLst>
        </pc:picChg>
      </pc:sldChg>
      <pc:sldChg chg="addSp modSp new mod">
        <pc:chgData name="Enrique Rodriguez T" userId="32b13e1ab8ff8e75" providerId="LiveId" clId="{CF940E53-9561-43CB-AECB-8308DFA64550}" dt="2025-12-02T04:11:56.561" v="380" actId="1076"/>
        <pc:sldMkLst>
          <pc:docMk/>
          <pc:sldMk cId="260958070" sldId="261"/>
        </pc:sldMkLst>
        <pc:spChg chg="mod">
          <ac:chgData name="Enrique Rodriguez T" userId="32b13e1ab8ff8e75" providerId="LiveId" clId="{CF940E53-9561-43CB-AECB-8308DFA64550}" dt="2025-12-02T04:07:10.147" v="353" actId="20577"/>
          <ac:spMkLst>
            <pc:docMk/>
            <pc:sldMk cId="260958070" sldId="261"/>
            <ac:spMk id="2" creationId="{314B6F61-CDD6-17EA-9079-103B8FE60B0D}"/>
          </ac:spMkLst>
        </pc:spChg>
        <pc:picChg chg="add mod">
          <ac:chgData name="Enrique Rodriguez T" userId="32b13e1ab8ff8e75" providerId="LiveId" clId="{CF940E53-9561-43CB-AECB-8308DFA64550}" dt="2025-12-02T04:09:26.439" v="357" actId="1076"/>
          <ac:picMkLst>
            <pc:docMk/>
            <pc:sldMk cId="260958070" sldId="261"/>
            <ac:picMk id="4" creationId="{EFF20B0C-E1B9-2E9E-CD0E-C78F2CEDF5E2}"/>
          </ac:picMkLst>
        </pc:picChg>
        <pc:picChg chg="add mod">
          <ac:chgData name="Enrique Rodriguez T" userId="32b13e1ab8ff8e75" providerId="LiveId" clId="{CF940E53-9561-43CB-AECB-8308DFA64550}" dt="2025-12-02T04:11:56.561" v="380" actId="1076"/>
          <ac:picMkLst>
            <pc:docMk/>
            <pc:sldMk cId="260958070" sldId="261"/>
            <ac:picMk id="6" creationId="{181FDDFD-0F01-5014-2D2B-9F9FED9B87CB}"/>
          </ac:picMkLst>
        </pc:picChg>
      </pc:sldChg>
      <pc:sldChg chg="addSp modSp new mod">
        <pc:chgData name="Enrique Rodriguez T" userId="32b13e1ab8ff8e75" providerId="LiveId" clId="{CF940E53-9561-43CB-AECB-8308DFA64550}" dt="2025-12-02T04:12:08.343" v="393" actId="20577"/>
        <pc:sldMkLst>
          <pc:docMk/>
          <pc:sldMk cId="3585234344" sldId="262"/>
        </pc:sldMkLst>
        <pc:spChg chg="mod">
          <ac:chgData name="Enrique Rodriguez T" userId="32b13e1ab8ff8e75" providerId="LiveId" clId="{CF940E53-9561-43CB-AECB-8308DFA64550}" dt="2025-12-02T04:10:21.960" v="373" actId="20577"/>
          <ac:spMkLst>
            <pc:docMk/>
            <pc:sldMk cId="3585234344" sldId="262"/>
            <ac:spMk id="2" creationId="{C18D2264-601A-751C-C590-7CBB49BE8337}"/>
          </ac:spMkLst>
        </pc:spChg>
        <pc:spChg chg="add mod">
          <ac:chgData name="Enrique Rodriguez T" userId="32b13e1ab8ff8e75" providerId="LiveId" clId="{CF940E53-9561-43CB-AECB-8308DFA64550}" dt="2025-12-02T04:12:08.343" v="393" actId="20577"/>
          <ac:spMkLst>
            <pc:docMk/>
            <pc:sldMk cId="3585234344" sldId="262"/>
            <ac:spMk id="7" creationId="{DCC1F488-9F2E-85FB-A2F0-AE2F8B05F04B}"/>
          </ac:spMkLst>
        </pc:spChg>
        <pc:picChg chg="add mod">
          <ac:chgData name="Enrique Rodriguez T" userId="32b13e1ab8ff8e75" providerId="LiveId" clId="{CF940E53-9561-43CB-AECB-8308DFA64550}" dt="2025-12-02T04:10:25.222" v="375" actId="1076"/>
          <ac:picMkLst>
            <pc:docMk/>
            <pc:sldMk cId="3585234344" sldId="262"/>
            <ac:picMk id="4" creationId="{E6B3A6C1-EF4D-FCD5-BE19-D4D49368E02E}"/>
          </ac:picMkLst>
        </pc:picChg>
        <pc:picChg chg="add mod">
          <ac:chgData name="Enrique Rodriguez T" userId="32b13e1ab8ff8e75" providerId="LiveId" clId="{CF940E53-9561-43CB-AECB-8308DFA64550}" dt="2025-12-02T04:11:41.707" v="378" actId="1076"/>
          <ac:picMkLst>
            <pc:docMk/>
            <pc:sldMk cId="3585234344" sldId="262"/>
            <ac:picMk id="6" creationId="{F3A131B1-5589-F8C2-7344-E06FABAA1AAF}"/>
          </ac:picMkLst>
        </pc:picChg>
      </pc:sldChg>
      <pc:sldChg chg="addSp modSp new mod">
        <pc:chgData name="Enrique Rodriguez T" userId="32b13e1ab8ff8e75" providerId="LiveId" clId="{CF940E53-9561-43CB-AECB-8308DFA64550}" dt="2025-12-02T04:13:15.550" v="424" actId="1076"/>
        <pc:sldMkLst>
          <pc:docMk/>
          <pc:sldMk cId="3178171025" sldId="263"/>
        </pc:sldMkLst>
        <pc:spChg chg="mod">
          <ac:chgData name="Enrique Rodriguez T" userId="32b13e1ab8ff8e75" providerId="LiveId" clId="{CF940E53-9561-43CB-AECB-8308DFA64550}" dt="2025-12-02T04:13:10.277" v="421" actId="20577"/>
          <ac:spMkLst>
            <pc:docMk/>
            <pc:sldMk cId="3178171025" sldId="263"/>
            <ac:spMk id="2" creationId="{3E5A2938-75C2-4332-688B-F443CDC0152D}"/>
          </ac:spMkLst>
        </pc:spChg>
        <pc:picChg chg="add mod">
          <ac:chgData name="Enrique Rodriguez T" userId="32b13e1ab8ff8e75" providerId="LiveId" clId="{CF940E53-9561-43CB-AECB-8308DFA64550}" dt="2025-12-02T04:13:15.550" v="424" actId="1076"/>
          <ac:picMkLst>
            <pc:docMk/>
            <pc:sldMk cId="3178171025" sldId="263"/>
            <ac:picMk id="4" creationId="{8A8AF84C-324A-3F7C-36A4-1D79A7E0DB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4DA0-40E8-0E47-EB67-46354C0E9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3FC22-816C-6A4D-8ECF-3FB8D5E5F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2F0C1-9334-BBD4-B87C-C2263075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2BE60-566B-1D9F-6A7B-1B49B8179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4148E-3171-729C-7866-FCBC8762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2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BCF5-E0B7-480B-3522-AD226B82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6D626-0836-D473-652A-1E68E1A4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050D-FB23-A2B2-8F87-EBCC49F1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127A4-37AC-7034-4FC5-A802E276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DF32A-6BCF-37CB-0B79-FB582B6D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6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C99F-C4AB-4A31-671E-C6A738ED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43129-7FA9-1507-1C5E-7AC575B36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2738-A608-7A5D-D7E4-42CD3089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DE77F-3F61-A26D-203F-0CCA091D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FDEA6-1403-2D61-395A-298CB1BE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4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2EE4-ACBB-B705-CF9F-7507E119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83CFA-69C5-CD1A-E32B-980EB6B49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1135E-5CDE-5292-8E62-2141ECA4C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1713C-ED80-7BBC-C67C-9E8D34BD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2C411-FC99-866D-5BE6-A9C90F29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21E11-EE31-BE54-98C1-75BE0E88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9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A6A6-DA3D-CC70-E00F-55DCCB01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8455A-0A13-59EC-FF55-B63AF0C69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F01E6-C0ED-BFA0-D688-C6D5499AD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01706-4BCF-CD57-51FF-8E746D201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AE766-2CC0-727C-9E96-FE17D49FB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375E-8EFA-FE54-D71E-A664D7E7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3A6C-F669-15E6-B8C2-3995F75F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7DE41-7515-D9D8-830F-4A021D93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7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EFC4-F583-C69D-1A2D-8778138D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D7B1E-E5B0-DC80-A693-8BC1465E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46AFC-67B5-80F0-DA6C-901750BD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820BF-698F-E2F4-FB70-28484E85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825CA6-C216-A68D-7BE2-0C68CB08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FB6C6-8A83-E55F-2EA4-91DE1F19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9CFF4-1843-77DB-A71D-1E78405B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9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699C-5F2F-905C-51E8-6763DD67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CEFC1-EB76-3733-E1A8-3022B7F0E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30EE0-E08E-AE15-9CA2-B971A8B5F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AEF98-3CE3-6357-EE9A-027D1C10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EE592-957C-EEF9-614C-5AE7EE12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3D8F6-11DE-244D-1AB2-D319A822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9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2604-82F0-CF8C-2F39-C87D568A8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69391-3752-66C2-74DC-CAF91EDD3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F1E9E-A090-39C4-4CBD-A35CE8ABF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93C30-1C54-3CA6-DB57-2DF8C809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A8D7D-32C7-161B-6EC9-6380F1B3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C7ACA-8481-3205-7334-A6FA18ED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1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0BA0-B731-250B-0854-C49F15A0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9F6DB-93A5-25A9-AACE-33F25EACD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4E3CE-6551-8247-CFF8-BA932F17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0FE26-C1B6-AC5F-2BF9-A195B670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88ECC-A5A1-1100-60B3-61CBDF14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3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9414B-6147-809A-8825-436A6B598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D9C1D-5654-A16E-D2E7-182C0454F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35E0-9875-5F03-F77A-F41CD3B8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F9DCC-E65F-59A7-8698-24ACA795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73686-2359-7334-AF2E-967C151B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9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DCA3E-DBA8-FC92-DB50-0F7B614B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143E4-EAE4-081C-B2C2-3642CC629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60673-13B6-1230-AF75-5C1BA2125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1E4BE-718B-4B95-9376-38BFFB57E872}" type="datetimeFigureOut">
              <a:rPr lang="en-US" smtClean="0"/>
              <a:t>01-Dec-25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E670F-8F56-B821-F657-A14646393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5920-A3BA-0EB7-6BEA-B8187F86F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01AD1-E5DE-4D16-9D55-DB1DD6775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8F9D-E2B7-ED52-448C-DB65E4C3E2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Unidad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24BCB-4C75-9209-BCD9-C80BB3BD9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Workflow con Docker</a:t>
            </a:r>
          </a:p>
        </p:txBody>
      </p:sp>
    </p:spTree>
    <p:extLst>
      <p:ext uri="{BB962C8B-B14F-4D97-AF65-F5344CB8AC3E}">
        <p14:creationId xmlns:p14="http://schemas.microsoft.com/office/powerpoint/2010/main" val="142228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D6DE-E77C-777D-47F3-85199533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Raw Data generated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A8B83-4920-BB45-D218-F536337A4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744"/>
            <a:ext cx="12192000" cy="3408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C12CC2-6A3E-3D23-6CB7-E02927457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342" y="3511399"/>
            <a:ext cx="3550163" cy="324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0BDAAC-30E8-E65F-3A7D-2874358E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Docker-compose up and running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0C3D8-228E-2159-BE6A-D99D5448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121" y="1370527"/>
            <a:ext cx="8805757" cy="512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2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F12E-9916-BBAF-ECE3-8998F9681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up and build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DB1C7-3D4F-023F-8851-A0FA2F427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72" y="1690688"/>
            <a:ext cx="9952234" cy="366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5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98C7-1B92-48E7-42E9-DE882037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Schema creation and raw data import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F551A-1421-992F-8759-F8BF9718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14" y="1690688"/>
            <a:ext cx="2372056" cy="211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88D2A4-CC63-E16F-2B8E-D430CD57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866" y="1844018"/>
            <a:ext cx="3686689" cy="1238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1AD36-DB79-F43F-2B7C-CA84F5A5A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938" y="4065391"/>
            <a:ext cx="7441150" cy="24274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07B29B-2787-FFF2-235D-8C294F8C80F5}"/>
              </a:ext>
            </a:extLst>
          </p:cNvPr>
          <p:cNvSpPr txBox="1"/>
          <p:nvPr/>
        </p:nvSpPr>
        <p:spPr>
          <a:xfrm>
            <a:off x="6458001" y="3728284"/>
            <a:ext cx="374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Raw Data </a:t>
            </a:r>
            <a:r>
              <a:rPr lang="es-ES" dirty="0" err="1"/>
              <a:t>imported</a:t>
            </a:r>
            <a:r>
              <a:rPr lang="es-ES" dirty="0"/>
              <a:t> </a:t>
            </a:r>
            <a:r>
              <a:rPr lang="es-ES" dirty="0" err="1"/>
              <a:t>into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52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6F61-CDD6-17EA-9079-103B8FE6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Stagin</a:t>
            </a:r>
            <a:r>
              <a:rPr lang="es-ES" dirty="0"/>
              <a:t> </a:t>
            </a:r>
            <a:r>
              <a:rPr lang="es-ES" dirty="0" err="1"/>
              <a:t>Schema</a:t>
            </a:r>
            <a:r>
              <a:rPr lang="es-ES" dirty="0"/>
              <a:t> </a:t>
            </a:r>
            <a:r>
              <a:rPr lang="es-ES" dirty="0" err="1"/>
              <a:t>creation</a:t>
            </a:r>
            <a:r>
              <a:rPr lang="es-ES" dirty="0"/>
              <a:t> and table </a:t>
            </a:r>
            <a:r>
              <a:rPr lang="es-ES" dirty="0" err="1"/>
              <a:t>creation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20B0C-E1B9-2E9E-CD0E-C78F2CEDF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267" y="1985761"/>
            <a:ext cx="4124901" cy="2886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1FDDFD-0F01-5014-2D2B-9F9FED9B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147" y="1985761"/>
            <a:ext cx="491558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8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D2264-601A-751C-C590-7CBB49BE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Driven</a:t>
            </a:r>
            <a:r>
              <a:rPr lang="es-ES" dirty="0"/>
              <a:t> </a:t>
            </a:r>
            <a:r>
              <a:rPr lang="es-ES" dirty="0" err="1"/>
              <a:t>Trusted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3A6C1-EF4D-FCD5-BE19-D4D49368E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6448"/>
            <a:ext cx="3924848" cy="1848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A131B1-5589-F8C2-7344-E06FABAA1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634" y="2537717"/>
            <a:ext cx="7096813" cy="2821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1F488-9F2E-85FB-A2F0-AE2F8B05F04B}"/>
              </a:ext>
            </a:extLst>
          </p:cNvPr>
          <p:cNvSpPr txBox="1"/>
          <p:nvPr/>
        </p:nvSpPr>
        <p:spPr>
          <a:xfrm>
            <a:off x="6650379" y="2168385"/>
            <a:ext cx="1268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No PII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234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2938-75C2-4332-688B-F443CDC0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Airflow</a:t>
            </a:r>
            <a:r>
              <a:rPr lang="es-ES" dirty="0"/>
              <a:t> DAG </a:t>
            </a:r>
            <a:r>
              <a:rPr lang="es-ES" dirty="0" err="1"/>
              <a:t>execution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AF84C-324A-3F7C-36A4-1D79A7E0D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94" y="1390112"/>
            <a:ext cx="9921411" cy="488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71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Unidad 3</vt:lpstr>
      <vt:lpstr>Synthetic Raw Data generated</vt:lpstr>
      <vt:lpstr>Docker-compose up and running</vt:lpstr>
      <vt:lpstr>Docker up and build</vt:lpstr>
      <vt:lpstr>Raw Schema creation and raw data import</vt:lpstr>
      <vt:lpstr>Stagin Schema creation and table creation</vt:lpstr>
      <vt:lpstr>Driven Trusted</vt:lpstr>
      <vt:lpstr>Airflow DAG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Rodriguez T</dc:creator>
  <cp:lastModifiedBy>Enrique Rodriguez T</cp:lastModifiedBy>
  <cp:revision>1</cp:revision>
  <dcterms:created xsi:type="dcterms:W3CDTF">2025-12-02T03:56:28Z</dcterms:created>
  <dcterms:modified xsi:type="dcterms:W3CDTF">2025-12-02T04:13:17Z</dcterms:modified>
</cp:coreProperties>
</file>