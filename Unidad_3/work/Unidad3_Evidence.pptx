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57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B05A3A-862D-4E23-8C35-E98F5A4C780F}" v="3" dt="2025-12-02T04:43:46.9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27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nrique Rodriguez T" userId="32b13e1ab8ff8e75" providerId="LiveId" clId="{CF940E53-9561-43CB-AECB-8308DFA64550}"/>
    <pc:docChg chg="undo custSel addSld modSld sldOrd">
      <pc:chgData name="Enrique Rodriguez T" userId="32b13e1ab8ff8e75" providerId="LiveId" clId="{CF940E53-9561-43CB-AECB-8308DFA64550}" dt="2025-12-02T04:45:01.218" v="497" actId="14100"/>
      <pc:docMkLst>
        <pc:docMk/>
      </pc:docMkLst>
      <pc:sldChg chg="addSp modSp new mod setBg addAnim">
        <pc:chgData name="Enrique Rodriguez T" userId="32b13e1ab8ff8e75" providerId="LiveId" clId="{CF940E53-9561-43CB-AECB-8308DFA64550}" dt="2025-12-02T04:43:03.649" v="460"/>
        <pc:sldMkLst>
          <pc:docMk/>
          <pc:sldMk cId="1422282167" sldId="256"/>
        </pc:sldMkLst>
        <pc:spChg chg="mod">
          <ac:chgData name="Enrique Rodriguez T" userId="32b13e1ab8ff8e75" providerId="LiveId" clId="{CF940E53-9561-43CB-AECB-8308DFA64550}" dt="2025-12-02T04:43:03.647" v="457" actId="26606"/>
          <ac:spMkLst>
            <pc:docMk/>
            <pc:sldMk cId="1422282167" sldId="256"/>
            <ac:spMk id="2" creationId="{ADB98F9D-E2B7-ED52-448C-DB65E4C3E27E}"/>
          </ac:spMkLst>
        </pc:spChg>
        <pc:spChg chg="mod">
          <ac:chgData name="Enrique Rodriguez T" userId="32b13e1ab8ff8e75" providerId="LiveId" clId="{CF940E53-9561-43CB-AECB-8308DFA64550}" dt="2025-12-02T04:43:03.647" v="457" actId="26606"/>
          <ac:spMkLst>
            <pc:docMk/>
            <pc:sldMk cId="1422282167" sldId="256"/>
            <ac:spMk id="3" creationId="{31E24BCB-4C75-9209-BCD9-C80BB3BD9427}"/>
          </ac:spMkLst>
        </pc:spChg>
        <pc:spChg chg="add">
          <ac:chgData name="Enrique Rodriguez T" userId="32b13e1ab8ff8e75" providerId="LiveId" clId="{CF940E53-9561-43CB-AECB-8308DFA64550}" dt="2025-12-02T04:43:03.647" v="457" actId="26606"/>
          <ac:spMkLst>
            <pc:docMk/>
            <pc:sldMk cId="1422282167" sldId="256"/>
            <ac:spMk id="10" creationId="{A3363022-C969-41E9-8EB2-E4C94908C1FA}"/>
          </ac:spMkLst>
        </pc:spChg>
        <pc:spChg chg="add">
          <ac:chgData name="Enrique Rodriguez T" userId="32b13e1ab8ff8e75" providerId="LiveId" clId="{CF940E53-9561-43CB-AECB-8308DFA64550}" dt="2025-12-02T04:43:03.647" v="457" actId="26606"/>
          <ac:spMkLst>
            <pc:docMk/>
            <pc:sldMk cId="1422282167" sldId="256"/>
            <ac:spMk id="12" creationId="{8D1AD6B3-BE88-4CEB-BA17-790657CC4729}"/>
          </ac:spMkLst>
        </pc:spChg>
        <pc:grpChg chg="add">
          <ac:chgData name="Enrique Rodriguez T" userId="32b13e1ab8ff8e75" providerId="LiveId" clId="{CF940E53-9561-43CB-AECB-8308DFA64550}" dt="2025-12-02T04:43:03.647" v="457" actId="26606"/>
          <ac:grpSpMkLst>
            <pc:docMk/>
            <pc:sldMk cId="1422282167" sldId="256"/>
            <ac:grpSpMk id="14" creationId="{89D1390B-7E13-4B4F-9CB2-391063412E54}"/>
          </ac:grpSpMkLst>
        </pc:grpChg>
        <pc:picChg chg="add">
          <ac:chgData name="Enrique Rodriguez T" userId="32b13e1ab8ff8e75" providerId="LiveId" clId="{CF940E53-9561-43CB-AECB-8308DFA64550}" dt="2025-12-02T04:43:03.647" v="457" actId="26606"/>
          <ac:picMkLst>
            <pc:docMk/>
            <pc:sldMk cId="1422282167" sldId="256"/>
            <ac:picMk id="7" creationId="{9F56D1C7-1219-D463-C1BD-9D0EDB44CC38}"/>
          </ac:picMkLst>
        </pc:picChg>
      </pc:sldChg>
      <pc:sldChg chg="addSp delSp modSp new mod setBg modClrScheme chgLayout">
        <pc:chgData name="Enrique Rodriguez T" userId="32b13e1ab8ff8e75" providerId="LiveId" clId="{CF940E53-9561-43CB-AECB-8308DFA64550}" dt="2025-12-02T04:43:27.864" v="468" actId="26606"/>
        <pc:sldMkLst>
          <pc:docMk/>
          <pc:sldMk cId="1780952947" sldId="257"/>
        </pc:sldMkLst>
        <pc:spChg chg="mod ord">
          <ac:chgData name="Enrique Rodriguez T" userId="32b13e1ab8ff8e75" providerId="LiveId" clId="{CF940E53-9561-43CB-AECB-8308DFA64550}" dt="2025-12-02T04:43:27.864" v="468" actId="26606"/>
          <ac:spMkLst>
            <pc:docMk/>
            <pc:sldMk cId="1780952947" sldId="257"/>
            <ac:spMk id="2" creationId="{1BB2F12E-9916-BBAF-ECE3-8998F9681E96}"/>
          </ac:spMkLst>
        </pc:spChg>
        <pc:spChg chg="del">
          <ac:chgData name="Enrique Rodriguez T" userId="32b13e1ab8ff8e75" providerId="LiveId" clId="{CF940E53-9561-43CB-AECB-8308DFA64550}" dt="2025-12-02T03:58:20.869" v="74" actId="700"/>
          <ac:spMkLst>
            <pc:docMk/>
            <pc:sldMk cId="1780952947" sldId="257"/>
            <ac:spMk id="3" creationId="{1F4C97A1-D214-7C2C-9977-2423D58F6E6B}"/>
          </ac:spMkLst>
        </pc:spChg>
        <pc:spChg chg="add">
          <ac:chgData name="Enrique Rodriguez T" userId="32b13e1ab8ff8e75" providerId="LiveId" clId="{CF940E53-9561-43CB-AECB-8308DFA64550}" dt="2025-12-02T04:43:27.864" v="468" actId="26606"/>
          <ac:spMkLst>
            <pc:docMk/>
            <pc:sldMk cId="1780952947" sldId="257"/>
            <ac:spMk id="10" creationId="{D4771268-CB57-404A-9271-370EB28F6090}"/>
          </ac:spMkLst>
        </pc:spChg>
        <pc:picChg chg="add mod">
          <ac:chgData name="Enrique Rodriguez T" userId="32b13e1ab8ff8e75" providerId="LiveId" clId="{CF940E53-9561-43CB-AECB-8308DFA64550}" dt="2025-12-02T04:43:27.864" v="468" actId="26606"/>
          <ac:picMkLst>
            <pc:docMk/>
            <pc:sldMk cId="1780952947" sldId="257"/>
            <ac:picMk id="5" creationId="{F1CDB1C7-3D4F-023F-8851-A0FA2F427055}"/>
          </ac:picMkLst>
        </pc:picChg>
      </pc:sldChg>
      <pc:sldChg chg="addSp delSp modSp new mod ord setBg chgLayout">
        <pc:chgData name="Enrique Rodriguez T" userId="32b13e1ab8ff8e75" providerId="LiveId" clId="{CF940E53-9561-43CB-AECB-8308DFA64550}" dt="2025-12-02T04:43:23.964" v="467" actId="26606"/>
        <pc:sldMkLst>
          <pc:docMk/>
          <pc:sldMk cId="1017320919" sldId="258"/>
        </pc:sldMkLst>
        <pc:spChg chg="del">
          <ac:chgData name="Enrique Rodriguez T" userId="32b13e1ab8ff8e75" providerId="LiveId" clId="{CF940E53-9561-43CB-AECB-8308DFA64550}" dt="2025-12-02T03:58:41.792" v="81" actId="700"/>
          <ac:spMkLst>
            <pc:docMk/>
            <pc:sldMk cId="1017320919" sldId="258"/>
            <ac:spMk id="2" creationId="{413B41C0-EFBA-337D-511E-C5FC81AEDFC0}"/>
          </ac:spMkLst>
        </pc:spChg>
        <pc:spChg chg="add mod ord">
          <ac:chgData name="Enrique Rodriguez T" userId="32b13e1ab8ff8e75" providerId="LiveId" clId="{CF940E53-9561-43CB-AECB-8308DFA64550}" dt="2025-12-02T04:43:23.964" v="467" actId="26606"/>
          <ac:spMkLst>
            <pc:docMk/>
            <pc:sldMk cId="1017320919" sldId="258"/>
            <ac:spMk id="3" creationId="{400BDAAC-30E8-E65F-3A7D-2874358EF7BE}"/>
          </ac:spMkLst>
        </pc:spChg>
        <pc:spChg chg="add">
          <ac:chgData name="Enrique Rodriguez T" userId="32b13e1ab8ff8e75" providerId="LiveId" clId="{CF940E53-9561-43CB-AECB-8308DFA64550}" dt="2025-12-02T04:43:23.964" v="467" actId="26606"/>
          <ac:spMkLst>
            <pc:docMk/>
            <pc:sldMk cId="1017320919" sldId="258"/>
            <ac:spMk id="10" creationId="{D4771268-CB57-404A-9271-370EB28F6090}"/>
          </ac:spMkLst>
        </pc:spChg>
        <pc:picChg chg="add mod">
          <ac:chgData name="Enrique Rodriguez T" userId="32b13e1ab8ff8e75" providerId="LiveId" clId="{CF940E53-9561-43CB-AECB-8308DFA64550}" dt="2025-12-02T04:43:23.964" v="467" actId="26606"/>
          <ac:picMkLst>
            <pc:docMk/>
            <pc:sldMk cId="1017320919" sldId="258"/>
            <ac:picMk id="5" creationId="{7230C3D8-228E-2159-BE6A-D99D5448F92E}"/>
          </ac:picMkLst>
        </pc:picChg>
      </pc:sldChg>
      <pc:sldChg chg="addSp modSp new mod ord setBg">
        <pc:chgData name="Enrique Rodriguez T" userId="32b13e1ab8ff8e75" providerId="LiveId" clId="{CF940E53-9561-43CB-AECB-8308DFA64550}" dt="2025-12-02T04:43:19.408" v="466" actId="14100"/>
        <pc:sldMkLst>
          <pc:docMk/>
          <pc:sldMk cId="67191534" sldId="259"/>
        </pc:sldMkLst>
        <pc:spChg chg="mod">
          <ac:chgData name="Enrique Rodriguez T" userId="32b13e1ab8ff8e75" providerId="LiveId" clId="{CF940E53-9561-43CB-AECB-8308DFA64550}" dt="2025-12-02T04:43:09.797" v="461" actId="26606"/>
          <ac:spMkLst>
            <pc:docMk/>
            <pc:sldMk cId="67191534" sldId="259"/>
            <ac:spMk id="2" creationId="{5AD8D6DE-E77C-777D-47F3-8519953355D6}"/>
          </ac:spMkLst>
        </pc:spChg>
        <pc:spChg chg="add">
          <ac:chgData name="Enrique Rodriguez T" userId="32b13e1ab8ff8e75" providerId="LiveId" clId="{CF940E53-9561-43CB-AECB-8308DFA64550}" dt="2025-12-02T04:43:09.797" v="461" actId="26606"/>
          <ac:spMkLst>
            <pc:docMk/>
            <pc:sldMk cId="67191534" sldId="259"/>
            <ac:spMk id="11" creationId="{FB33DC6A-1F1C-4A06-834E-CFF88F1C0BB9}"/>
          </ac:spMkLst>
        </pc:spChg>
        <pc:spChg chg="add">
          <ac:chgData name="Enrique Rodriguez T" userId="32b13e1ab8ff8e75" providerId="LiveId" clId="{CF940E53-9561-43CB-AECB-8308DFA64550}" dt="2025-12-02T04:43:09.797" v="461" actId="26606"/>
          <ac:spMkLst>
            <pc:docMk/>
            <pc:sldMk cId="67191534" sldId="259"/>
            <ac:spMk id="13" creationId="{0FE1D5CF-87B8-4A8A-AD3C-01D06A60769B}"/>
          </ac:spMkLst>
        </pc:spChg>
        <pc:spChg chg="add">
          <ac:chgData name="Enrique Rodriguez T" userId="32b13e1ab8ff8e75" providerId="LiveId" clId="{CF940E53-9561-43CB-AECB-8308DFA64550}" dt="2025-12-02T04:43:09.797" v="461" actId="26606"/>
          <ac:spMkLst>
            <pc:docMk/>
            <pc:sldMk cId="67191534" sldId="259"/>
            <ac:spMk id="15" creationId="{60926200-45C2-41E9-839F-31CD5FE4CD59}"/>
          </ac:spMkLst>
        </pc:spChg>
        <pc:spChg chg="add">
          <ac:chgData name="Enrique Rodriguez T" userId="32b13e1ab8ff8e75" providerId="LiveId" clId="{CF940E53-9561-43CB-AECB-8308DFA64550}" dt="2025-12-02T04:43:09.797" v="461" actId="26606"/>
          <ac:spMkLst>
            <pc:docMk/>
            <pc:sldMk cId="67191534" sldId="259"/>
            <ac:spMk id="17" creationId="{AF2F604E-43BE-4DC3-B983-E071523364F8}"/>
          </ac:spMkLst>
        </pc:spChg>
        <pc:spChg chg="add">
          <ac:chgData name="Enrique Rodriguez T" userId="32b13e1ab8ff8e75" providerId="LiveId" clId="{CF940E53-9561-43CB-AECB-8308DFA64550}" dt="2025-12-02T04:43:09.797" v="461" actId="26606"/>
          <ac:spMkLst>
            <pc:docMk/>
            <pc:sldMk cId="67191534" sldId="259"/>
            <ac:spMk id="19" creationId="{08C9B587-E65E-4B52-B37C-ABEBB6E87928}"/>
          </ac:spMkLst>
        </pc:spChg>
        <pc:picChg chg="add mod ord">
          <ac:chgData name="Enrique Rodriguez T" userId="32b13e1ab8ff8e75" providerId="LiveId" clId="{CF940E53-9561-43CB-AECB-8308DFA64550}" dt="2025-12-02T04:43:15.602" v="463" actId="1076"/>
          <ac:picMkLst>
            <pc:docMk/>
            <pc:sldMk cId="67191534" sldId="259"/>
            <ac:picMk id="4" creationId="{56FA8B83-4920-BB45-D218-F536337A436D}"/>
          </ac:picMkLst>
        </pc:picChg>
        <pc:picChg chg="add mod">
          <ac:chgData name="Enrique Rodriguez T" userId="32b13e1ab8ff8e75" providerId="LiveId" clId="{CF940E53-9561-43CB-AECB-8308DFA64550}" dt="2025-12-02T04:43:19.408" v="466" actId="14100"/>
          <ac:picMkLst>
            <pc:docMk/>
            <pc:sldMk cId="67191534" sldId="259"/>
            <ac:picMk id="6" creationId="{5DC12CC2-6A3E-3D23-6CB7-E02927457014}"/>
          </ac:picMkLst>
        </pc:picChg>
      </pc:sldChg>
      <pc:sldChg chg="addSp delSp modSp new mod setBg">
        <pc:chgData name="Enrique Rodriguez T" userId="32b13e1ab8ff8e75" providerId="LiveId" clId="{CF940E53-9561-43CB-AECB-8308DFA64550}" dt="2025-12-02T04:44:42.654" v="492" actId="14100"/>
        <pc:sldMkLst>
          <pc:docMk/>
          <pc:sldMk cId="613522470" sldId="260"/>
        </pc:sldMkLst>
        <pc:spChg chg="mod">
          <ac:chgData name="Enrique Rodriguez T" userId="32b13e1ab8ff8e75" providerId="LiveId" clId="{CF940E53-9561-43CB-AECB-8308DFA64550}" dt="2025-12-02T04:44:19.092" v="483" actId="26606"/>
          <ac:spMkLst>
            <pc:docMk/>
            <pc:sldMk cId="613522470" sldId="260"/>
            <ac:spMk id="2" creationId="{41EC98C7-1B92-48E7-42E9-DE882037DCAC}"/>
          </ac:spMkLst>
        </pc:spChg>
        <pc:spChg chg="add mod ord">
          <ac:chgData name="Enrique Rodriguez T" userId="32b13e1ab8ff8e75" providerId="LiveId" clId="{CF940E53-9561-43CB-AECB-8308DFA64550}" dt="2025-12-02T04:44:34.371" v="488" actId="1076"/>
          <ac:spMkLst>
            <pc:docMk/>
            <pc:sldMk cId="613522470" sldId="260"/>
            <ac:spMk id="3" creationId="{DF07B29B-2787-FFF2-235D-8C294F8C80F5}"/>
          </ac:spMkLst>
        </pc:spChg>
        <pc:spChg chg="add del mod">
          <ac:chgData name="Enrique Rodriguez T" userId="32b13e1ab8ff8e75" providerId="LiveId" clId="{CF940E53-9561-43CB-AECB-8308DFA64550}" dt="2025-12-02T04:43:37.421" v="469" actId="21"/>
          <ac:spMkLst>
            <pc:docMk/>
            <pc:sldMk cId="613522470" sldId="260"/>
            <ac:spMk id="9" creationId="{DF07B29B-2787-FFF2-235D-8C294F8C80F5}"/>
          </ac:spMkLst>
        </pc:spChg>
        <pc:spChg chg="add del">
          <ac:chgData name="Enrique Rodriguez T" userId="32b13e1ab8ff8e75" providerId="LiveId" clId="{CF940E53-9561-43CB-AECB-8308DFA64550}" dt="2025-12-02T04:44:19.092" v="483" actId="26606"/>
          <ac:spMkLst>
            <pc:docMk/>
            <pc:sldMk cId="613522470" sldId="260"/>
            <ac:spMk id="13" creationId="{9CB95732-565A-4D2C-A3AB-CC460C0D3826}"/>
          </ac:spMkLst>
        </pc:spChg>
        <pc:spChg chg="add del">
          <ac:chgData name="Enrique Rodriguez T" userId="32b13e1ab8ff8e75" providerId="LiveId" clId="{CF940E53-9561-43CB-AECB-8308DFA64550}" dt="2025-12-02T04:44:19.092" v="483" actId="26606"/>
          <ac:spMkLst>
            <pc:docMk/>
            <pc:sldMk cId="613522470" sldId="260"/>
            <ac:spMk id="15" creationId="{77F1AF47-AE98-4034-BD91-1976FA4D9C4C}"/>
          </ac:spMkLst>
        </pc:spChg>
        <pc:spChg chg="add del">
          <ac:chgData name="Enrique Rodriguez T" userId="32b13e1ab8ff8e75" providerId="LiveId" clId="{CF940E53-9561-43CB-AECB-8308DFA64550}" dt="2025-12-02T04:44:19.092" v="483" actId="26606"/>
          <ac:spMkLst>
            <pc:docMk/>
            <pc:sldMk cId="613522470" sldId="260"/>
            <ac:spMk id="17" creationId="{8EC0EE2B-2029-48DD-893D-F528E651B07D}"/>
          </ac:spMkLst>
        </pc:spChg>
        <pc:spChg chg="add">
          <ac:chgData name="Enrique Rodriguez T" userId="32b13e1ab8ff8e75" providerId="LiveId" clId="{CF940E53-9561-43CB-AECB-8308DFA64550}" dt="2025-12-02T04:43:44.051" v="470" actId="26606"/>
          <ac:spMkLst>
            <pc:docMk/>
            <pc:sldMk cId="613522470" sldId="260"/>
            <ac:spMk id="19" creationId="{45AE1D08-1ED1-4F59-B42F-4D8EA33DC8C6}"/>
          </ac:spMkLst>
        </pc:spChg>
        <pc:spChg chg="add">
          <ac:chgData name="Enrique Rodriguez T" userId="32b13e1ab8ff8e75" providerId="LiveId" clId="{CF940E53-9561-43CB-AECB-8308DFA64550}" dt="2025-12-02T04:43:44.051" v="470" actId="26606"/>
          <ac:spMkLst>
            <pc:docMk/>
            <pc:sldMk cId="613522470" sldId="260"/>
            <ac:spMk id="21" creationId="{9A79B912-88EA-4640-BDEB-51B3B11A026A}"/>
          </ac:spMkLst>
        </pc:spChg>
        <pc:spChg chg="add">
          <ac:chgData name="Enrique Rodriguez T" userId="32b13e1ab8ff8e75" providerId="LiveId" clId="{CF940E53-9561-43CB-AECB-8308DFA64550}" dt="2025-12-02T04:44:19.092" v="483" actId="26606"/>
          <ac:spMkLst>
            <pc:docMk/>
            <pc:sldMk cId="613522470" sldId="260"/>
            <ac:spMk id="26" creationId="{8C886788-700E-4D20-9F80-E0E96837A203}"/>
          </ac:spMkLst>
        </pc:spChg>
        <pc:spChg chg="add">
          <ac:chgData name="Enrique Rodriguez T" userId="32b13e1ab8ff8e75" providerId="LiveId" clId="{CF940E53-9561-43CB-AECB-8308DFA64550}" dt="2025-12-02T04:44:19.092" v="483" actId="26606"/>
          <ac:spMkLst>
            <pc:docMk/>
            <pc:sldMk cId="613522470" sldId="260"/>
            <ac:spMk id="28" creationId="{1850674C-4E08-4C62-A3E2-6337FE4F7D86}"/>
          </ac:spMkLst>
        </pc:spChg>
        <pc:spChg chg="add">
          <ac:chgData name="Enrique Rodriguez T" userId="32b13e1ab8ff8e75" providerId="LiveId" clId="{CF940E53-9561-43CB-AECB-8308DFA64550}" dt="2025-12-02T04:44:19.092" v="483" actId="26606"/>
          <ac:spMkLst>
            <pc:docMk/>
            <pc:sldMk cId="613522470" sldId="260"/>
            <ac:spMk id="30" creationId="{BCE4FF05-2B0C-4C97-A9B4-E163085A90E1}"/>
          </ac:spMkLst>
        </pc:spChg>
        <pc:spChg chg="add">
          <ac:chgData name="Enrique Rodriguez T" userId="32b13e1ab8ff8e75" providerId="LiveId" clId="{CF940E53-9561-43CB-AECB-8308DFA64550}" dt="2025-12-02T04:44:19.092" v="483" actId="26606"/>
          <ac:spMkLst>
            <pc:docMk/>
            <pc:sldMk cId="613522470" sldId="260"/>
            <ac:spMk id="32" creationId="{529C2A7A-A6B6-4A56-B11C-8E967D88A60D}"/>
          </ac:spMkLst>
        </pc:spChg>
        <pc:spChg chg="add">
          <ac:chgData name="Enrique Rodriguez T" userId="32b13e1ab8ff8e75" providerId="LiveId" clId="{CF940E53-9561-43CB-AECB-8308DFA64550}" dt="2025-12-02T04:44:19.092" v="483" actId="26606"/>
          <ac:spMkLst>
            <pc:docMk/>
            <pc:sldMk cId="613522470" sldId="260"/>
            <ac:spMk id="34" creationId="{FDBD7205-E536-4134-8768-AC3E1A3C5E59}"/>
          </ac:spMkLst>
        </pc:spChg>
        <pc:picChg chg="add mod">
          <ac:chgData name="Enrique Rodriguez T" userId="32b13e1ab8ff8e75" providerId="LiveId" clId="{CF940E53-9561-43CB-AECB-8308DFA64550}" dt="2025-12-02T04:44:42.654" v="492" actId="14100"/>
          <ac:picMkLst>
            <pc:docMk/>
            <pc:sldMk cId="613522470" sldId="260"/>
            <ac:picMk id="4" creationId="{C95F551A-1421-992F-8759-F8BF9718705E}"/>
          </ac:picMkLst>
        </pc:picChg>
        <pc:picChg chg="add mod">
          <ac:chgData name="Enrique Rodriguez T" userId="32b13e1ab8ff8e75" providerId="LiveId" clId="{CF940E53-9561-43CB-AECB-8308DFA64550}" dt="2025-12-02T04:43:51.025" v="475" actId="1076"/>
          <ac:picMkLst>
            <pc:docMk/>
            <pc:sldMk cId="613522470" sldId="260"/>
            <ac:picMk id="6" creationId="{0B88D2A4-CC63-E16F-2B8E-D430CD574CA0}"/>
          </ac:picMkLst>
        </pc:picChg>
        <pc:picChg chg="add mod">
          <ac:chgData name="Enrique Rodriguez T" userId="32b13e1ab8ff8e75" providerId="LiveId" clId="{CF940E53-9561-43CB-AECB-8308DFA64550}" dt="2025-12-02T04:44:40.488" v="491" actId="1076"/>
          <ac:picMkLst>
            <pc:docMk/>
            <pc:sldMk cId="613522470" sldId="260"/>
            <ac:picMk id="8" creationId="{74F1AD36-DB79-F43F-2B7C-CA84F5A5AD8E}"/>
          </ac:picMkLst>
        </pc:picChg>
      </pc:sldChg>
      <pc:sldChg chg="addSp delSp modSp new mod setBg">
        <pc:chgData name="Enrique Rodriguez T" userId="32b13e1ab8ff8e75" providerId="LiveId" clId="{CF940E53-9561-43CB-AECB-8308DFA64550}" dt="2025-12-02T04:44:46.096" v="493" actId="26606"/>
        <pc:sldMkLst>
          <pc:docMk/>
          <pc:sldMk cId="260958070" sldId="261"/>
        </pc:sldMkLst>
        <pc:spChg chg="mod">
          <ac:chgData name="Enrique Rodriguez T" userId="32b13e1ab8ff8e75" providerId="LiveId" clId="{CF940E53-9561-43CB-AECB-8308DFA64550}" dt="2025-12-02T04:44:46.096" v="493" actId="26606"/>
          <ac:spMkLst>
            <pc:docMk/>
            <pc:sldMk cId="260958070" sldId="261"/>
            <ac:spMk id="2" creationId="{314B6F61-CDD6-17EA-9079-103B8FE60B0D}"/>
          </ac:spMkLst>
        </pc:spChg>
        <pc:spChg chg="add del">
          <ac:chgData name="Enrique Rodriguez T" userId="32b13e1ab8ff8e75" providerId="LiveId" clId="{CF940E53-9561-43CB-AECB-8308DFA64550}" dt="2025-12-02T04:44:46.096" v="493" actId="26606"/>
          <ac:spMkLst>
            <pc:docMk/>
            <pc:sldMk cId="260958070" sldId="261"/>
            <ac:spMk id="11" creationId="{2151139A-886F-4B97-8815-729AD3831BBD}"/>
          </ac:spMkLst>
        </pc:spChg>
        <pc:spChg chg="add del">
          <ac:chgData name="Enrique Rodriguez T" userId="32b13e1ab8ff8e75" providerId="LiveId" clId="{CF940E53-9561-43CB-AECB-8308DFA64550}" dt="2025-12-02T04:44:46.096" v="493" actId="26606"/>
          <ac:spMkLst>
            <pc:docMk/>
            <pc:sldMk cId="260958070" sldId="261"/>
            <ac:spMk id="13" creationId="{AB5E08C4-8CDD-4623-A5B8-E998C6DEE3B7}"/>
          </ac:spMkLst>
        </pc:spChg>
        <pc:spChg chg="add del">
          <ac:chgData name="Enrique Rodriguez T" userId="32b13e1ab8ff8e75" providerId="LiveId" clId="{CF940E53-9561-43CB-AECB-8308DFA64550}" dt="2025-12-02T04:44:46.096" v="493" actId="26606"/>
          <ac:spMkLst>
            <pc:docMk/>
            <pc:sldMk cId="260958070" sldId="261"/>
            <ac:spMk id="15" creationId="{15F33878-D502-4FFA-8ACE-F2AECDB2A23F}"/>
          </ac:spMkLst>
        </pc:spChg>
        <pc:spChg chg="add del">
          <ac:chgData name="Enrique Rodriguez T" userId="32b13e1ab8ff8e75" providerId="LiveId" clId="{CF940E53-9561-43CB-AECB-8308DFA64550}" dt="2025-12-02T04:44:46.096" v="493" actId="26606"/>
          <ac:spMkLst>
            <pc:docMk/>
            <pc:sldMk cId="260958070" sldId="261"/>
            <ac:spMk id="17" creationId="{D3539FEE-81D3-4406-802E-60B20B16F4F6}"/>
          </ac:spMkLst>
        </pc:spChg>
        <pc:spChg chg="add del">
          <ac:chgData name="Enrique Rodriguez T" userId="32b13e1ab8ff8e75" providerId="LiveId" clId="{CF940E53-9561-43CB-AECB-8308DFA64550}" dt="2025-12-02T04:44:46.096" v="493" actId="26606"/>
          <ac:spMkLst>
            <pc:docMk/>
            <pc:sldMk cId="260958070" sldId="261"/>
            <ac:spMk id="19" creationId="{DC701763-729E-462F-A5A8-E0DEFEB1E2E4}"/>
          </ac:spMkLst>
        </pc:spChg>
        <pc:spChg chg="add">
          <ac:chgData name="Enrique Rodriguez T" userId="32b13e1ab8ff8e75" providerId="LiveId" clId="{CF940E53-9561-43CB-AECB-8308DFA64550}" dt="2025-12-02T04:44:46.096" v="493" actId="26606"/>
          <ac:spMkLst>
            <pc:docMk/>
            <pc:sldMk cId="260958070" sldId="261"/>
            <ac:spMk id="24" creationId="{FB33DC6A-1F1C-4A06-834E-CFF88F1C0BB9}"/>
          </ac:spMkLst>
        </pc:spChg>
        <pc:spChg chg="add">
          <ac:chgData name="Enrique Rodriguez T" userId="32b13e1ab8ff8e75" providerId="LiveId" clId="{CF940E53-9561-43CB-AECB-8308DFA64550}" dt="2025-12-02T04:44:46.096" v="493" actId="26606"/>
          <ac:spMkLst>
            <pc:docMk/>
            <pc:sldMk cId="260958070" sldId="261"/>
            <ac:spMk id="26" creationId="{0FE1D5CF-87B8-4A8A-AD3C-01D06A60769B}"/>
          </ac:spMkLst>
        </pc:spChg>
        <pc:spChg chg="add">
          <ac:chgData name="Enrique Rodriguez T" userId="32b13e1ab8ff8e75" providerId="LiveId" clId="{CF940E53-9561-43CB-AECB-8308DFA64550}" dt="2025-12-02T04:44:46.096" v="493" actId="26606"/>
          <ac:spMkLst>
            <pc:docMk/>
            <pc:sldMk cId="260958070" sldId="261"/>
            <ac:spMk id="28" creationId="{60926200-45C2-41E9-839F-31CD5FE4CD59}"/>
          </ac:spMkLst>
        </pc:spChg>
        <pc:spChg chg="add">
          <ac:chgData name="Enrique Rodriguez T" userId="32b13e1ab8ff8e75" providerId="LiveId" clId="{CF940E53-9561-43CB-AECB-8308DFA64550}" dt="2025-12-02T04:44:46.096" v="493" actId="26606"/>
          <ac:spMkLst>
            <pc:docMk/>
            <pc:sldMk cId="260958070" sldId="261"/>
            <ac:spMk id="30" creationId="{AF2F604E-43BE-4DC3-B983-E071523364F8}"/>
          </ac:spMkLst>
        </pc:spChg>
        <pc:picChg chg="add mod ord">
          <ac:chgData name="Enrique Rodriguez T" userId="32b13e1ab8ff8e75" providerId="LiveId" clId="{CF940E53-9561-43CB-AECB-8308DFA64550}" dt="2025-12-02T04:44:06.930" v="482" actId="26606"/>
          <ac:picMkLst>
            <pc:docMk/>
            <pc:sldMk cId="260958070" sldId="261"/>
            <ac:picMk id="4" creationId="{EFF20B0C-E1B9-2E9E-CD0E-C78F2CEDF5E2}"/>
          </ac:picMkLst>
        </pc:picChg>
        <pc:picChg chg="add mod">
          <ac:chgData name="Enrique Rodriguez T" userId="32b13e1ab8ff8e75" providerId="LiveId" clId="{CF940E53-9561-43CB-AECB-8308DFA64550}" dt="2025-12-02T04:44:06.930" v="482" actId="26606"/>
          <ac:picMkLst>
            <pc:docMk/>
            <pc:sldMk cId="260958070" sldId="261"/>
            <ac:picMk id="6" creationId="{181FDDFD-0F01-5014-2D2B-9F9FED9B87CB}"/>
          </ac:picMkLst>
        </pc:picChg>
      </pc:sldChg>
      <pc:sldChg chg="addSp modSp new mod">
        <pc:chgData name="Enrique Rodriguez T" userId="32b13e1ab8ff8e75" providerId="LiveId" clId="{CF940E53-9561-43CB-AECB-8308DFA64550}" dt="2025-12-02T04:12:08.343" v="393" actId="20577"/>
        <pc:sldMkLst>
          <pc:docMk/>
          <pc:sldMk cId="3585234344" sldId="262"/>
        </pc:sldMkLst>
        <pc:spChg chg="mod">
          <ac:chgData name="Enrique Rodriguez T" userId="32b13e1ab8ff8e75" providerId="LiveId" clId="{CF940E53-9561-43CB-AECB-8308DFA64550}" dt="2025-12-02T04:10:21.960" v="373" actId="20577"/>
          <ac:spMkLst>
            <pc:docMk/>
            <pc:sldMk cId="3585234344" sldId="262"/>
            <ac:spMk id="2" creationId="{C18D2264-601A-751C-C590-7CBB49BE8337}"/>
          </ac:spMkLst>
        </pc:spChg>
        <pc:spChg chg="add mod">
          <ac:chgData name="Enrique Rodriguez T" userId="32b13e1ab8ff8e75" providerId="LiveId" clId="{CF940E53-9561-43CB-AECB-8308DFA64550}" dt="2025-12-02T04:12:08.343" v="393" actId="20577"/>
          <ac:spMkLst>
            <pc:docMk/>
            <pc:sldMk cId="3585234344" sldId="262"/>
            <ac:spMk id="7" creationId="{DCC1F488-9F2E-85FB-A2F0-AE2F8B05F04B}"/>
          </ac:spMkLst>
        </pc:spChg>
        <pc:picChg chg="add mod">
          <ac:chgData name="Enrique Rodriguez T" userId="32b13e1ab8ff8e75" providerId="LiveId" clId="{CF940E53-9561-43CB-AECB-8308DFA64550}" dt="2025-12-02T04:10:25.222" v="375" actId="1076"/>
          <ac:picMkLst>
            <pc:docMk/>
            <pc:sldMk cId="3585234344" sldId="262"/>
            <ac:picMk id="4" creationId="{E6B3A6C1-EF4D-FCD5-BE19-D4D49368E02E}"/>
          </ac:picMkLst>
        </pc:picChg>
        <pc:picChg chg="add mod">
          <ac:chgData name="Enrique Rodriguez T" userId="32b13e1ab8ff8e75" providerId="LiveId" clId="{CF940E53-9561-43CB-AECB-8308DFA64550}" dt="2025-12-02T04:11:41.707" v="378" actId="1076"/>
          <ac:picMkLst>
            <pc:docMk/>
            <pc:sldMk cId="3585234344" sldId="262"/>
            <ac:picMk id="6" creationId="{F3A131B1-5589-F8C2-7344-E06FABAA1AAF}"/>
          </ac:picMkLst>
        </pc:picChg>
      </pc:sldChg>
      <pc:sldChg chg="addSp modSp new mod setBg">
        <pc:chgData name="Enrique Rodriguez T" userId="32b13e1ab8ff8e75" providerId="LiveId" clId="{CF940E53-9561-43CB-AECB-8308DFA64550}" dt="2025-12-02T04:45:01.218" v="497" actId="14100"/>
        <pc:sldMkLst>
          <pc:docMk/>
          <pc:sldMk cId="3178171025" sldId="263"/>
        </pc:sldMkLst>
        <pc:spChg chg="mod">
          <ac:chgData name="Enrique Rodriguez T" userId="32b13e1ab8ff8e75" providerId="LiveId" clId="{CF940E53-9561-43CB-AECB-8308DFA64550}" dt="2025-12-02T04:44:51.113" v="494" actId="26606"/>
          <ac:spMkLst>
            <pc:docMk/>
            <pc:sldMk cId="3178171025" sldId="263"/>
            <ac:spMk id="2" creationId="{3E5A2938-75C2-4332-688B-F443CDC0152D}"/>
          </ac:spMkLst>
        </pc:spChg>
        <pc:spChg chg="add">
          <ac:chgData name="Enrique Rodriguez T" userId="32b13e1ab8ff8e75" providerId="LiveId" clId="{CF940E53-9561-43CB-AECB-8308DFA64550}" dt="2025-12-02T04:44:51.113" v="494" actId="26606"/>
          <ac:spMkLst>
            <pc:docMk/>
            <pc:sldMk cId="3178171025" sldId="263"/>
            <ac:spMk id="9" creationId="{D4771268-CB57-404A-9271-370EB28F6090}"/>
          </ac:spMkLst>
        </pc:spChg>
        <pc:picChg chg="add mod">
          <ac:chgData name="Enrique Rodriguez T" userId="32b13e1ab8ff8e75" providerId="LiveId" clId="{CF940E53-9561-43CB-AECB-8308DFA64550}" dt="2025-12-02T04:45:01.218" v="497" actId="14100"/>
          <ac:picMkLst>
            <pc:docMk/>
            <pc:sldMk cId="3178171025" sldId="263"/>
            <ac:picMk id="4" creationId="{8A8AF84C-324A-3F7C-36A4-1D79A7E0DBA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B4DA0-40E8-0E47-EB67-46354C0E93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A3FC22-816C-6A4D-8ECF-3FB8D5E5FA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62F0C1-9334-BBD4-B87C-C2263075F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1E4BE-718B-4B95-9376-38BFFB57E872}" type="datetimeFigureOut">
              <a:rPr lang="en-US" smtClean="0"/>
              <a:t>01-Dec-25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B2BE60-566B-1D9F-6A7B-1B49B8179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E4148E-3171-729C-7866-FCBC87622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01AD1-E5DE-4D16-9D55-DB1DD6775A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426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1BCF5-E0B7-480B-3522-AD226B82C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6D626-0836-D473-652A-1E68E1A43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7050D-FB23-A2B2-8F87-EBCC49F12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1E4BE-718B-4B95-9376-38BFFB57E872}" type="datetimeFigureOut">
              <a:rPr lang="en-US" smtClean="0"/>
              <a:t>01-Dec-25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A127A4-37AC-7034-4FC5-A802E276B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DF32A-6BCF-37CB-0B79-FB582B6D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01AD1-E5DE-4D16-9D55-DB1DD6775A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663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DC99F-C4AB-4A31-671E-C6A738EDC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C43129-7FA9-1507-1C5E-7AC575B367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932738-A608-7A5D-D7E4-42CD3089A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1E4BE-718B-4B95-9376-38BFFB57E872}" type="datetimeFigureOut">
              <a:rPr lang="en-US" smtClean="0"/>
              <a:t>01-Dec-25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DE77F-3F61-A26D-203F-0CCA091DC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DFDEA6-1403-2D61-395A-298CB1BEA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01AD1-E5DE-4D16-9D55-DB1DD6775A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6402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D2EE4-ACBB-B705-CF9F-7507E1197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83CFA-69C5-CD1A-E32B-980EB6B498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41135E-5CDE-5292-8E62-2141ECA4C4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31713C-ED80-7BBC-C67C-9E8D34BDB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1E4BE-718B-4B95-9376-38BFFB57E872}" type="datetimeFigureOut">
              <a:rPr lang="en-US" smtClean="0"/>
              <a:t>01-Dec-25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22C411-FC99-866D-5BE6-A9C90F296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A21E11-EE31-BE54-98C1-75BE0E881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01AD1-E5DE-4D16-9D55-DB1DD6775A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497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DA6A6-DA3D-CC70-E00F-55DCCB015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68455A-0A13-59EC-FF55-B63AF0C694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EF01E6-C0ED-BFA0-D688-C6D5499ADA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01706-4BCF-CD57-51FF-8E746D2019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3AE766-2CC0-727C-9E96-FE17D49FB4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4D375E-8EFA-FE54-D71E-A664D7E72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1E4BE-718B-4B95-9376-38BFFB57E872}" type="datetimeFigureOut">
              <a:rPr lang="en-US" smtClean="0"/>
              <a:t>01-Dec-25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5F3A6C-F669-15E6-B8C2-3995F75F9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77DE41-7515-D9D8-830F-4A021D934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01AD1-E5DE-4D16-9D55-DB1DD6775A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4721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EEFC4-F583-C69D-1A2D-8778138DB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6D7B1E-E5B0-DC80-A693-8BC1465E2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1E4BE-718B-4B95-9376-38BFFB57E872}" type="datetimeFigureOut">
              <a:rPr lang="en-US" smtClean="0"/>
              <a:t>01-Dec-25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746AFC-67B5-80F0-DA6C-901750BDA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820BF-698F-E2F4-FB70-28484E850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01AD1-E5DE-4D16-9D55-DB1DD6775A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417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825CA6-C216-A68D-7BE2-0C68CB08F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1E4BE-718B-4B95-9376-38BFFB57E872}" type="datetimeFigureOut">
              <a:rPr lang="en-US" smtClean="0"/>
              <a:t>01-Dec-25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0FB6C6-8A83-E55F-2EA4-91DE1F191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19CFF4-1843-77DB-A71D-1E78405B3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01AD1-E5DE-4D16-9D55-DB1DD6775A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98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B699C-5F2F-905C-51E8-6763DD67D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CEFC1-EB76-3733-E1A8-3022B7F0EF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B30EE0-E08E-AE15-9CA2-B971A8B5FA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6AEF98-3CE3-6357-EE9A-027D1C102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1E4BE-718B-4B95-9376-38BFFB57E872}" type="datetimeFigureOut">
              <a:rPr lang="en-US" smtClean="0"/>
              <a:t>01-Dec-25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9EE592-957C-EEF9-614C-5AE7EE122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E3D8F6-11DE-244D-1AB2-D319A8227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01AD1-E5DE-4D16-9D55-DB1DD6775A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946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F2604-82F0-CF8C-2F39-C87D568A8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A69391-3752-66C2-74DC-CAF91EDD38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8F1E9E-A090-39C4-4CBD-A35CE8ABF2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893C30-1C54-3CA6-DB57-2DF8C809B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1E4BE-718B-4B95-9376-38BFFB57E872}" type="datetimeFigureOut">
              <a:rPr lang="en-US" smtClean="0"/>
              <a:t>01-Dec-25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A8D7D-32C7-161B-6EC9-6380F1B33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9C7ACA-8481-3205-7334-A6FA18EDC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01AD1-E5DE-4D16-9D55-DB1DD6775A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911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70BA0-B731-250B-0854-C49F15A09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69F6DB-93A5-25A9-AACE-33F25EACDC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44E3CE-6551-8247-CFF8-BA932F175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1E4BE-718B-4B95-9376-38BFFB57E872}" type="datetimeFigureOut">
              <a:rPr lang="en-US" smtClean="0"/>
              <a:t>01-Dec-25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40FE26-C1B6-AC5F-2BF9-A195B6707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88ECC-A5A1-1100-60B3-61CBDF142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01AD1-E5DE-4D16-9D55-DB1DD6775A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30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D9414B-6147-809A-8825-436A6B598A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ED9C1D-5654-A16E-D2E7-182C0454FF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C35E0-9875-5F03-F77A-F41CD3B80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1E4BE-718B-4B95-9376-38BFFB57E872}" type="datetimeFigureOut">
              <a:rPr lang="en-US" smtClean="0"/>
              <a:t>01-Dec-25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AF9DCC-E65F-59A7-8698-24ACA795B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73686-2359-7334-AF2E-967C151B3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01AD1-E5DE-4D16-9D55-DB1DD6775A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094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0DCA3E-DBA8-FC92-DB50-0F7B614BF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6143E4-EAE4-081C-B2C2-3642CC629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460673-13B6-1230-AF75-5C1BA21251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91E4BE-718B-4B95-9376-38BFFB57E872}" type="datetimeFigureOut">
              <a:rPr lang="en-US" smtClean="0"/>
              <a:t>01-Dec-25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E670F-8F56-B821-F657-A14646393F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A5920-A3BA-0EB7-6BEA-B8187F86F9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101AD1-E5DE-4D16-9D55-DB1DD6775A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01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B98F9D-E2B7-ED52-448C-DB65E4C3E2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US" sz="4000">
                <a:solidFill>
                  <a:schemeClr val="tx2"/>
                </a:solidFill>
              </a:rPr>
              <a:t>Unidad 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E24BCB-4C75-9209-BCD9-C80BB3BD94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n-US" sz="2000">
                <a:solidFill>
                  <a:schemeClr val="tx2"/>
                </a:solidFill>
              </a:rPr>
              <a:t>Enrique Rodriguez Toscano</a:t>
            </a:r>
          </a:p>
          <a:p>
            <a:pPr algn="l"/>
            <a:r>
              <a:rPr lang="en-US" sz="2000">
                <a:solidFill>
                  <a:schemeClr val="tx2"/>
                </a:solidFill>
              </a:rPr>
              <a:t>Workflow con Docker</a:t>
            </a:r>
          </a:p>
        </p:txBody>
      </p:sp>
      <p:pic>
        <p:nvPicPr>
          <p:cNvPr id="7" name="Graphic 6" descr="Lock">
            <a:extLst>
              <a:ext uri="{FF2B5EF4-FFF2-40B4-BE49-F238E27FC236}">
                <a16:creationId xmlns:a16="http://schemas.microsoft.com/office/drawing/2014/main" id="{9F56D1C7-1219-D463-C1BD-9D0EDB44CC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22282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B33DC6A-1F1C-4A06-834E-CFF88F1C0B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0FE1D5CF-87B8-4A8A-AD3C-01D06A607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6208641" cy="6858000"/>
          </a:xfrm>
          <a:custGeom>
            <a:avLst/>
            <a:gdLst>
              <a:gd name="connsiteX0" fmla="*/ 0 w 6208641"/>
              <a:gd name="connsiteY0" fmla="*/ 0 h 6858000"/>
              <a:gd name="connsiteX1" fmla="*/ 5464181 w 6208641"/>
              <a:gd name="connsiteY1" fmla="*/ 0 h 6858000"/>
              <a:gd name="connsiteX2" fmla="*/ 5538086 w 6208641"/>
              <a:gd name="connsiteY2" fmla="*/ 159684 h 6858000"/>
              <a:gd name="connsiteX3" fmla="*/ 6208641 w 6208641"/>
              <a:gd name="connsiteY3" fmla="*/ 3706589 h 6858000"/>
              <a:gd name="connsiteX4" fmla="*/ 5734754 w 6208641"/>
              <a:gd name="connsiteY4" fmla="*/ 6730443 h 6858000"/>
              <a:gd name="connsiteX5" fmla="*/ 5689361 w 6208641"/>
              <a:gd name="connsiteY5" fmla="*/ 6858000 h 6858000"/>
              <a:gd name="connsiteX6" fmla="*/ 0 w 620864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08641" h="6858000">
                <a:moveTo>
                  <a:pt x="0" y="0"/>
                </a:moveTo>
                <a:lnTo>
                  <a:pt x="5464181" y="0"/>
                </a:lnTo>
                <a:lnTo>
                  <a:pt x="5538086" y="159684"/>
                </a:lnTo>
                <a:cubicBezTo>
                  <a:pt x="5961440" y="1172168"/>
                  <a:pt x="6208641" y="2392735"/>
                  <a:pt x="6208641" y="3706589"/>
                </a:cubicBezTo>
                <a:cubicBezTo>
                  <a:pt x="6208641" y="4801467"/>
                  <a:pt x="6036974" y="5831563"/>
                  <a:pt x="5734754" y="6730443"/>
                </a:cubicBezTo>
                <a:lnTo>
                  <a:pt x="568936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60926200-45C2-41E9-839F-31CD5FE4CD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203325" cy="6858000"/>
          </a:xfrm>
          <a:custGeom>
            <a:avLst/>
            <a:gdLst>
              <a:gd name="connsiteX0" fmla="*/ 0 w 6203325"/>
              <a:gd name="connsiteY0" fmla="*/ 0 h 6858000"/>
              <a:gd name="connsiteX1" fmla="*/ 5458865 w 6203325"/>
              <a:gd name="connsiteY1" fmla="*/ 0 h 6858000"/>
              <a:gd name="connsiteX2" fmla="*/ 5532770 w 6203325"/>
              <a:gd name="connsiteY2" fmla="*/ 159684 h 6858000"/>
              <a:gd name="connsiteX3" fmla="*/ 6203325 w 6203325"/>
              <a:gd name="connsiteY3" fmla="*/ 3706589 h 6858000"/>
              <a:gd name="connsiteX4" fmla="*/ 5729438 w 6203325"/>
              <a:gd name="connsiteY4" fmla="*/ 6730443 h 6858000"/>
              <a:gd name="connsiteX5" fmla="*/ 5684045 w 6203325"/>
              <a:gd name="connsiteY5" fmla="*/ 6858000 h 6858000"/>
              <a:gd name="connsiteX6" fmla="*/ 0 w 6203325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03325" h="6858000">
                <a:moveTo>
                  <a:pt x="0" y="0"/>
                </a:moveTo>
                <a:lnTo>
                  <a:pt x="5458865" y="0"/>
                </a:lnTo>
                <a:lnTo>
                  <a:pt x="5532770" y="159684"/>
                </a:lnTo>
                <a:cubicBezTo>
                  <a:pt x="5956124" y="1172168"/>
                  <a:pt x="6203325" y="2392735"/>
                  <a:pt x="6203325" y="3706589"/>
                </a:cubicBezTo>
                <a:cubicBezTo>
                  <a:pt x="6203325" y="4801467"/>
                  <a:pt x="6031658" y="5831563"/>
                  <a:pt x="5729438" y="6730443"/>
                </a:cubicBezTo>
                <a:lnTo>
                  <a:pt x="5684045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D8D6DE-E77C-777D-47F3-851995335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098" y="1106034"/>
            <a:ext cx="5019074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Synthetic Raw Data generated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67989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C12CC2-6A3E-3D23-6CB7-E02927457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8085" y="771988"/>
            <a:ext cx="2393879" cy="21904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098" y="4546920"/>
            <a:ext cx="5019074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FA8B83-4920-BB45-D218-F536337A4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364" y="4556064"/>
            <a:ext cx="7686234" cy="2152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15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00BDAAC-30E8-E65F-3A7D-2874358EF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3600">
                <a:solidFill>
                  <a:srgbClr val="FFFFFF"/>
                </a:solidFill>
              </a:rPr>
              <a:t>Docker-compose up and running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30C3D8-228E-2159-BE6A-D99D5448F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316" y="1452957"/>
            <a:ext cx="6780700" cy="3949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209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B2F12E-9916-BBAF-ECE3-8998F9681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3600">
                <a:solidFill>
                  <a:srgbClr val="FFFFFF"/>
                </a:solidFill>
              </a:rPr>
              <a:t>Docker up and build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CDB1C7-3D4F-023F-8851-A0FA2F427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316" y="2181882"/>
            <a:ext cx="6780700" cy="2491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952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8C886788-700E-4D20-9F80-E0E96837A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8" name="Freeform: Shape 27">
            <a:extLst>
              <a:ext uri="{FF2B5EF4-FFF2-40B4-BE49-F238E27FC236}">
                <a16:creationId xmlns:a16="http://schemas.microsoft.com/office/drawing/2014/main" id="{1850674C-4E08-4C62-A3E2-6337FE4F7D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0" name="Freeform: Shape 29">
            <a:extLst>
              <a:ext uri="{FF2B5EF4-FFF2-40B4-BE49-F238E27FC236}">
                <a16:creationId xmlns:a16="http://schemas.microsoft.com/office/drawing/2014/main" id="{BCE4FF05-2B0C-4C97-A9B4-E163085A9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EC98C7-1B92-48E7-42E9-DE882037D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88" y="1124712"/>
            <a:ext cx="4023360" cy="32004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Raw Schema creation and raw data import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07B29B-2787-FFF2-235D-8C294F8C80F5}"/>
              </a:ext>
            </a:extLst>
          </p:cNvPr>
          <p:cNvSpPr txBox="1"/>
          <p:nvPr/>
        </p:nvSpPr>
        <p:spPr>
          <a:xfrm>
            <a:off x="6272300" y="756132"/>
            <a:ext cx="5201057" cy="33792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400" dirty="0"/>
              <a:t>Raw Data imported into the schema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29C2A7A-A6B6-4A56-B11C-8E967D88A6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F1AD36-DB79-F43F-2B7C-CA84F5A5A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8003" y="1189289"/>
            <a:ext cx="7093997" cy="2305549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FDBD7205-E536-4134-8768-AC3E1A3C5E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5F551A-1421-992F-8759-F8BF97187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2181" y="3827750"/>
            <a:ext cx="2337062" cy="20836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B88D2A4-CC63-E16F-2B8E-D430CD574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5013" y="4515936"/>
            <a:ext cx="2871216" cy="964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522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FB33DC6A-1F1C-4A06-834E-CFF88F1C0B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6" name="Freeform: Shape 25">
            <a:extLst>
              <a:ext uri="{FF2B5EF4-FFF2-40B4-BE49-F238E27FC236}">
                <a16:creationId xmlns:a16="http://schemas.microsoft.com/office/drawing/2014/main" id="{0FE1D5CF-87B8-4A8A-AD3C-01D06A607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6208641" cy="6858000"/>
          </a:xfrm>
          <a:custGeom>
            <a:avLst/>
            <a:gdLst>
              <a:gd name="connsiteX0" fmla="*/ 0 w 6208641"/>
              <a:gd name="connsiteY0" fmla="*/ 0 h 6858000"/>
              <a:gd name="connsiteX1" fmla="*/ 5464181 w 6208641"/>
              <a:gd name="connsiteY1" fmla="*/ 0 h 6858000"/>
              <a:gd name="connsiteX2" fmla="*/ 5538086 w 6208641"/>
              <a:gd name="connsiteY2" fmla="*/ 159684 h 6858000"/>
              <a:gd name="connsiteX3" fmla="*/ 6208641 w 6208641"/>
              <a:gd name="connsiteY3" fmla="*/ 3706589 h 6858000"/>
              <a:gd name="connsiteX4" fmla="*/ 5734754 w 6208641"/>
              <a:gd name="connsiteY4" fmla="*/ 6730443 h 6858000"/>
              <a:gd name="connsiteX5" fmla="*/ 5689361 w 6208641"/>
              <a:gd name="connsiteY5" fmla="*/ 6858000 h 6858000"/>
              <a:gd name="connsiteX6" fmla="*/ 0 w 620864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08641" h="6858000">
                <a:moveTo>
                  <a:pt x="0" y="0"/>
                </a:moveTo>
                <a:lnTo>
                  <a:pt x="5464181" y="0"/>
                </a:lnTo>
                <a:lnTo>
                  <a:pt x="5538086" y="159684"/>
                </a:lnTo>
                <a:cubicBezTo>
                  <a:pt x="5961440" y="1172168"/>
                  <a:pt x="6208641" y="2392735"/>
                  <a:pt x="6208641" y="3706589"/>
                </a:cubicBezTo>
                <a:cubicBezTo>
                  <a:pt x="6208641" y="4801467"/>
                  <a:pt x="6036974" y="5831563"/>
                  <a:pt x="5734754" y="6730443"/>
                </a:cubicBezTo>
                <a:lnTo>
                  <a:pt x="568936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8" name="Freeform: Shape 27">
            <a:extLst>
              <a:ext uri="{FF2B5EF4-FFF2-40B4-BE49-F238E27FC236}">
                <a16:creationId xmlns:a16="http://schemas.microsoft.com/office/drawing/2014/main" id="{60926200-45C2-41E9-839F-31CD5FE4CD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203325" cy="6858000"/>
          </a:xfrm>
          <a:custGeom>
            <a:avLst/>
            <a:gdLst>
              <a:gd name="connsiteX0" fmla="*/ 0 w 6203325"/>
              <a:gd name="connsiteY0" fmla="*/ 0 h 6858000"/>
              <a:gd name="connsiteX1" fmla="*/ 5458865 w 6203325"/>
              <a:gd name="connsiteY1" fmla="*/ 0 h 6858000"/>
              <a:gd name="connsiteX2" fmla="*/ 5532770 w 6203325"/>
              <a:gd name="connsiteY2" fmla="*/ 159684 h 6858000"/>
              <a:gd name="connsiteX3" fmla="*/ 6203325 w 6203325"/>
              <a:gd name="connsiteY3" fmla="*/ 3706589 h 6858000"/>
              <a:gd name="connsiteX4" fmla="*/ 5729438 w 6203325"/>
              <a:gd name="connsiteY4" fmla="*/ 6730443 h 6858000"/>
              <a:gd name="connsiteX5" fmla="*/ 5684045 w 6203325"/>
              <a:gd name="connsiteY5" fmla="*/ 6858000 h 6858000"/>
              <a:gd name="connsiteX6" fmla="*/ 0 w 6203325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03325" h="6858000">
                <a:moveTo>
                  <a:pt x="0" y="0"/>
                </a:moveTo>
                <a:lnTo>
                  <a:pt x="5458865" y="0"/>
                </a:lnTo>
                <a:lnTo>
                  <a:pt x="5532770" y="159684"/>
                </a:lnTo>
                <a:cubicBezTo>
                  <a:pt x="5956124" y="1172168"/>
                  <a:pt x="6203325" y="2392735"/>
                  <a:pt x="6203325" y="3706589"/>
                </a:cubicBezTo>
                <a:cubicBezTo>
                  <a:pt x="6203325" y="4801467"/>
                  <a:pt x="6031658" y="5831563"/>
                  <a:pt x="5729438" y="6730443"/>
                </a:cubicBezTo>
                <a:lnTo>
                  <a:pt x="5684045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4B6F61-CDD6-17EA-9079-103B8FE60B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098" y="1106034"/>
            <a:ext cx="5019074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Stagin Schema creation and table creation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67989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F20B0C-E1B9-2E9E-CD0E-C78F2CEDF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411" y="625683"/>
            <a:ext cx="3920150" cy="274320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098" y="4546920"/>
            <a:ext cx="5019074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1FDDFD-0F01-5014-2D2B-9F9FED9B8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0377" y="3550309"/>
            <a:ext cx="4656221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58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D2264-601A-751C-C590-7CBB49BE8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Driven</a:t>
            </a:r>
            <a:r>
              <a:rPr lang="es-ES" dirty="0"/>
              <a:t> </a:t>
            </a:r>
            <a:r>
              <a:rPr lang="es-ES" dirty="0" err="1"/>
              <a:t>Trusted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B3A6C1-EF4D-FCD5-BE19-D4D49368E0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86448"/>
            <a:ext cx="3924848" cy="18481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A131B1-5589-F8C2-7344-E06FABAA1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4634" y="2537717"/>
            <a:ext cx="7096813" cy="28212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CC1F488-9F2E-85FB-A2F0-AE2F8B05F04B}"/>
              </a:ext>
            </a:extLst>
          </p:cNvPr>
          <p:cNvSpPr txBox="1"/>
          <p:nvPr/>
        </p:nvSpPr>
        <p:spPr>
          <a:xfrm>
            <a:off x="6650379" y="2168385"/>
            <a:ext cx="1268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No PII data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52343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5A2938-75C2-4332-688B-F443CDC01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ES" sz="3600">
                <a:solidFill>
                  <a:srgbClr val="FFFFFF"/>
                </a:solidFill>
              </a:rPr>
              <a:t>Airflow DAG execution</a:t>
            </a:r>
            <a:endParaRPr lang="en-US" sz="3600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8AF84C-324A-3F7C-36A4-1D79A7E0DB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6526" y="1574019"/>
            <a:ext cx="7896705" cy="3889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1710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47</Words>
  <Application>Microsoft Office PowerPoint</Application>
  <PresentationFormat>Widescreen</PresentationFormat>
  <Paragraphs>12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Unidad 3</vt:lpstr>
      <vt:lpstr>Synthetic Raw Data generated</vt:lpstr>
      <vt:lpstr>Docker-compose up and running</vt:lpstr>
      <vt:lpstr>Docker up and build</vt:lpstr>
      <vt:lpstr>Raw Schema creation and raw data import</vt:lpstr>
      <vt:lpstr>Stagin Schema creation and table creation</vt:lpstr>
      <vt:lpstr>Driven Trusted</vt:lpstr>
      <vt:lpstr>Airflow DAG execution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Enrique Rodriguez T</dc:creator>
  <cp:lastModifiedBy>Enrique Rodriguez T</cp:lastModifiedBy>
  <cp:revision>1</cp:revision>
  <dcterms:created xsi:type="dcterms:W3CDTF">2025-12-02T03:56:28Z</dcterms:created>
  <dcterms:modified xsi:type="dcterms:W3CDTF">2025-12-02T04:45:03Z</dcterms:modified>
</cp:coreProperties>
</file>