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150286-8B10-463F-903D-32E5D22F8418}" v="2" dt="2025-11-14T02:36:07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29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que Rodriguez T" userId="32b13e1ab8ff8e75" providerId="LiveId" clId="{CF940E53-9561-43CB-AECB-8308DFA64550}"/>
    <pc:docChg chg="custSel addSld modSld sldOrd">
      <pc:chgData name="Enrique Rodriguez T" userId="32b13e1ab8ff8e75" providerId="LiveId" clId="{CF940E53-9561-43CB-AECB-8308DFA64550}" dt="2025-11-14T02:38:01.602" v="82" actId="1076"/>
      <pc:docMkLst>
        <pc:docMk/>
      </pc:docMkLst>
      <pc:sldChg chg="addSp modSp new mod">
        <pc:chgData name="Enrique Rodriguez T" userId="32b13e1ab8ff8e75" providerId="LiveId" clId="{CF940E53-9561-43CB-AECB-8308DFA64550}" dt="2025-11-14T02:32:35.156" v="19" actId="1076"/>
        <pc:sldMkLst>
          <pc:docMk/>
          <pc:sldMk cId="2096722315" sldId="265"/>
        </pc:sldMkLst>
        <pc:spChg chg="mod">
          <ac:chgData name="Enrique Rodriguez T" userId="32b13e1ab8ff8e75" providerId="LiveId" clId="{CF940E53-9561-43CB-AECB-8308DFA64550}" dt="2025-11-14T02:31:52.859" v="14" actId="20577"/>
          <ac:spMkLst>
            <pc:docMk/>
            <pc:sldMk cId="2096722315" sldId="265"/>
            <ac:spMk id="2" creationId="{5A09B846-3F0E-E0AE-A74B-9FB1A071B6EF}"/>
          </ac:spMkLst>
        </pc:spChg>
        <pc:picChg chg="add mod">
          <ac:chgData name="Enrique Rodriguez T" userId="32b13e1ab8ff8e75" providerId="LiveId" clId="{CF940E53-9561-43CB-AECB-8308DFA64550}" dt="2025-11-14T02:32:04.990" v="16" actId="1076"/>
          <ac:picMkLst>
            <pc:docMk/>
            <pc:sldMk cId="2096722315" sldId="265"/>
            <ac:picMk id="4" creationId="{8144A50C-4336-7F6F-9218-0FBD10271B8E}"/>
          </ac:picMkLst>
        </pc:picChg>
        <pc:picChg chg="add mod">
          <ac:chgData name="Enrique Rodriguez T" userId="32b13e1ab8ff8e75" providerId="LiveId" clId="{CF940E53-9561-43CB-AECB-8308DFA64550}" dt="2025-11-14T02:32:35.156" v="19" actId="1076"/>
          <ac:picMkLst>
            <pc:docMk/>
            <pc:sldMk cId="2096722315" sldId="265"/>
            <ac:picMk id="6" creationId="{CBD67338-BE4B-0F67-8760-E60E3E0E3015}"/>
          </ac:picMkLst>
        </pc:picChg>
      </pc:sldChg>
      <pc:sldChg chg="addSp delSp modSp new mod">
        <pc:chgData name="Enrique Rodriguez T" userId="32b13e1ab8ff8e75" providerId="LiveId" clId="{CF940E53-9561-43CB-AECB-8308DFA64550}" dt="2025-11-14T02:36:23.032" v="58" actId="1076"/>
        <pc:sldMkLst>
          <pc:docMk/>
          <pc:sldMk cId="2234960755" sldId="266"/>
        </pc:sldMkLst>
        <pc:spChg chg="mod">
          <ac:chgData name="Enrique Rodriguez T" userId="32b13e1ab8ff8e75" providerId="LiveId" clId="{CF940E53-9561-43CB-AECB-8308DFA64550}" dt="2025-11-14T02:36:15.510" v="57" actId="20577"/>
          <ac:spMkLst>
            <pc:docMk/>
            <pc:sldMk cId="2234960755" sldId="266"/>
            <ac:spMk id="2" creationId="{14D251BC-DBF3-7CA1-1592-F78BEE6D4B81}"/>
          </ac:spMkLst>
        </pc:spChg>
        <pc:spChg chg="add del mod">
          <ac:chgData name="Enrique Rodriguez T" userId="32b13e1ab8ff8e75" providerId="LiveId" clId="{CF940E53-9561-43CB-AECB-8308DFA64550}" dt="2025-11-14T02:36:07.543" v="42" actId="478"/>
          <ac:spMkLst>
            <pc:docMk/>
            <pc:sldMk cId="2234960755" sldId="266"/>
            <ac:spMk id="6" creationId="{C2EA71BC-BF32-DDBE-200F-463BBA6A93D0}"/>
          </ac:spMkLst>
        </pc:spChg>
        <pc:graphicFrameChg chg="add del mod">
          <ac:chgData name="Enrique Rodriguez T" userId="32b13e1ab8ff8e75" providerId="LiveId" clId="{CF940E53-9561-43CB-AECB-8308DFA64550}" dt="2025-11-14T02:36:07.543" v="42" actId="478"/>
          <ac:graphicFrameMkLst>
            <pc:docMk/>
            <pc:sldMk cId="2234960755" sldId="266"/>
            <ac:graphicFrameMk id="5" creationId="{559B920E-51C0-A1F5-F93F-D24E996E9093}"/>
          </ac:graphicFrameMkLst>
        </pc:graphicFrameChg>
        <pc:picChg chg="add mod">
          <ac:chgData name="Enrique Rodriguez T" userId="32b13e1ab8ff8e75" providerId="LiveId" clId="{CF940E53-9561-43CB-AECB-8308DFA64550}" dt="2025-11-14T02:36:23.032" v="58" actId="1076"/>
          <ac:picMkLst>
            <pc:docMk/>
            <pc:sldMk cId="2234960755" sldId="266"/>
            <ac:picMk id="4" creationId="{96C9199D-3FD9-CD6F-08F9-CAC41CD874A1}"/>
          </ac:picMkLst>
        </pc:picChg>
      </pc:sldChg>
      <pc:sldChg chg="addSp delSp modSp new mod ord">
        <pc:chgData name="Enrique Rodriguez T" userId="32b13e1ab8ff8e75" providerId="LiveId" clId="{CF940E53-9561-43CB-AECB-8308DFA64550}" dt="2025-11-14T02:36:50.882" v="72" actId="20577"/>
        <pc:sldMkLst>
          <pc:docMk/>
          <pc:sldMk cId="2688616394" sldId="267"/>
        </pc:sldMkLst>
        <pc:spChg chg="mod">
          <ac:chgData name="Enrique Rodriguez T" userId="32b13e1ab8ff8e75" providerId="LiveId" clId="{CF940E53-9561-43CB-AECB-8308DFA64550}" dt="2025-11-14T02:36:50.882" v="72" actId="20577"/>
          <ac:spMkLst>
            <pc:docMk/>
            <pc:sldMk cId="2688616394" sldId="267"/>
            <ac:spMk id="2" creationId="{F2B79A54-BAD4-B2A6-AC25-2284426178A2}"/>
          </ac:spMkLst>
        </pc:spChg>
        <pc:picChg chg="add del mod">
          <ac:chgData name="Enrique Rodriguez T" userId="32b13e1ab8ff8e75" providerId="LiveId" clId="{CF940E53-9561-43CB-AECB-8308DFA64550}" dt="2025-11-14T02:35:06.504" v="33" actId="478"/>
          <ac:picMkLst>
            <pc:docMk/>
            <pc:sldMk cId="2688616394" sldId="267"/>
            <ac:picMk id="4" creationId="{17AE0D32-0F38-FCA8-1923-E181CD555238}"/>
          </ac:picMkLst>
        </pc:picChg>
        <pc:picChg chg="add mod">
          <ac:chgData name="Enrique Rodriguez T" userId="32b13e1ab8ff8e75" providerId="LiveId" clId="{CF940E53-9561-43CB-AECB-8308DFA64550}" dt="2025-11-14T02:36:47.470" v="66" actId="1076"/>
          <ac:picMkLst>
            <pc:docMk/>
            <pc:sldMk cId="2688616394" sldId="267"/>
            <ac:picMk id="6" creationId="{D9ED8702-29C4-4B3F-F29C-8B03C4BF193B}"/>
          </ac:picMkLst>
        </pc:picChg>
        <pc:picChg chg="add mod">
          <ac:chgData name="Enrique Rodriguez T" userId="32b13e1ab8ff8e75" providerId="LiveId" clId="{CF940E53-9561-43CB-AECB-8308DFA64550}" dt="2025-11-14T02:36:43.843" v="64" actId="1076"/>
          <ac:picMkLst>
            <pc:docMk/>
            <pc:sldMk cId="2688616394" sldId="267"/>
            <ac:picMk id="8" creationId="{C36FC7B0-0677-9FD7-9AC8-AA39666E7B67}"/>
          </ac:picMkLst>
        </pc:picChg>
      </pc:sldChg>
      <pc:sldChg chg="addSp modSp new mod">
        <pc:chgData name="Enrique Rodriguez T" userId="32b13e1ab8ff8e75" providerId="LiveId" clId="{CF940E53-9561-43CB-AECB-8308DFA64550}" dt="2025-11-14T02:38:01.602" v="82" actId="1076"/>
        <pc:sldMkLst>
          <pc:docMk/>
          <pc:sldMk cId="1916163495" sldId="268"/>
        </pc:sldMkLst>
        <pc:spChg chg="mod">
          <ac:chgData name="Enrique Rodriguez T" userId="32b13e1ab8ff8e75" providerId="LiveId" clId="{CF940E53-9561-43CB-AECB-8308DFA64550}" dt="2025-11-14T02:37:52.719" v="80" actId="20577"/>
          <ac:spMkLst>
            <pc:docMk/>
            <pc:sldMk cId="1916163495" sldId="268"/>
            <ac:spMk id="2" creationId="{E0BAA03A-CCE9-40A9-1CF0-631FE004C58B}"/>
          </ac:spMkLst>
        </pc:spChg>
        <pc:picChg chg="add mod">
          <ac:chgData name="Enrique Rodriguez T" userId="32b13e1ab8ff8e75" providerId="LiveId" clId="{CF940E53-9561-43CB-AECB-8308DFA64550}" dt="2025-11-14T02:38:01.602" v="82" actId="1076"/>
          <ac:picMkLst>
            <pc:docMk/>
            <pc:sldMk cId="1916163495" sldId="268"/>
            <ac:picMk id="4" creationId="{61AC7A30-826C-0E65-EAD8-ED126F79D40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72396-31B9-6E19-94C8-6E62A257D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55B1C-3B0B-5B9B-93C4-E1531E699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8D75-0CA4-2DE7-27D7-8D3C00E3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5EEA-FDE2-4371-B994-1995CE499D07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FA527-B689-E1A9-8C04-D1F4F271F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E4EDA-FF37-EFE1-6596-D23AFC8F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525E-BEA2-4154-AAC1-7A71BC01D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12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1C70F-C945-A1B7-BCDB-FFF10513C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D992B-8BFA-7269-E411-2823507A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0C4A5-E801-D2CD-1F76-BF7D157F5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5EEA-FDE2-4371-B994-1995CE499D07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F37A-238E-9D61-756D-C6A4A809A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16624-21D8-C700-A465-D5C1F9836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525E-BEA2-4154-AAC1-7A71BC01D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67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451F1-937B-2E4C-2241-FC0A16E7D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2AFFC-CB64-ACE4-630A-40A40E5A1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FA6E0-5B49-B701-B35A-072082E7B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5EEA-FDE2-4371-B994-1995CE499D07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E87E4-3274-28A4-1F0D-CCDE89A05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03E86-6EF1-1E36-151F-88A45387A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525E-BEA2-4154-AAC1-7A71BC01D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76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D4196-C9A6-7050-E679-0852946A9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9AA2B-82FD-5623-AF50-934ACB2C6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D3189-685D-2128-0C8F-4AE866F56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388F6-9203-DD88-B25C-57171BD13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5EEA-FDE2-4371-B994-1995CE499D07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CF0BD-F49E-16C5-BB47-7D307826B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A146A-4FFF-74BC-E4A3-82E7A73F7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525E-BEA2-4154-AAC1-7A71BC01D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3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7E861-0D65-3790-16B0-98D0C1908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DE225-58EE-66AB-8EC0-950DB2C7E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90541-1FFD-776F-E2F5-F45EE0D4B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D580D-BD51-776E-B938-501BA8666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FBBF1-EB4D-C0E9-8F65-6900CFD7A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C8ECBB-693F-FE66-F490-38BBE3CC4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5EEA-FDE2-4371-B994-1995CE499D07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4BAADB-217A-073A-85BE-986C2745E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EE36B6-8890-D152-5F41-945977568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525E-BEA2-4154-AAC1-7A71BC01D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6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6C880-B3F1-0351-1A9D-663D04772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3E484-6D46-8E58-AFDE-FD0E3DE5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5EEA-FDE2-4371-B994-1995CE499D07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E8C010-71F6-4395-F735-1FA86A7DF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40825-3A47-A7F7-4E02-596CDF735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525E-BEA2-4154-AAC1-7A71BC01D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0F38B6-BC9B-C6A8-DBB6-46443F9C2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5EEA-FDE2-4371-B994-1995CE499D07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EBD3F-8C98-6C50-F1E1-F11C14372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B34CB-3DBE-18E7-E014-7641B77EC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525E-BEA2-4154-AAC1-7A71BC01D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7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0E093-D1CA-83E1-0FA0-F663702D3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9D682-2C2F-8AC4-CC89-8EACF0A2B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8F34C-5174-DA19-14B1-DE81A06B8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B249E-914A-7379-C85B-0316DCA4C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5EEA-FDE2-4371-B994-1995CE499D07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F9920-4992-A29D-0E7B-D58A7200E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F605-F681-91BE-4BF4-B50CEEE2D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525E-BEA2-4154-AAC1-7A71BC01D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3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DF6F-9F45-2CF0-5A15-966B3F10E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6F9CB-F517-32F3-F564-5825EFE9D6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2F973-4F99-F863-66C8-4364C18B3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85885-A595-A662-3927-E44B308C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5EEA-FDE2-4371-B994-1995CE499D07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6464D-DB55-E2E2-A415-B3C8D5FC4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E5527-8E00-ADEF-70B7-4B99814BE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525E-BEA2-4154-AAC1-7A71BC01D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35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B36B2-38E0-F9A9-87EB-3EBF848AA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079AF-44CB-D6DB-13D8-5936511FC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08538-0B64-3431-5A70-92ED301D6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5EEA-FDE2-4371-B994-1995CE499D07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E9927-12A0-E458-9744-B207F599F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58F8C-41E9-DCC8-6E3B-3C184DAF5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525E-BEA2-4154-AAC1-7A71BC01D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79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DBBA7F-CB64-F248-BEDD-FE2CA01AC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21ADCF-D842-0FF7-EC6F-ECEF089A1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DC1BD-B124-29ED-485E-8936FDFA0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5EEA-FDE2-4371-B994-1995CE499D07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CD933-CBF7-A864-DC3F-906F7CFBA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BC34D-B18E-AF7B-8611-3AC616621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525E-BEA2-4154-AAC1-7A71BC01D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99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6CCF87-361A-C55F-EC8C-67E46B816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A0E68-14D5-DD85-CA04-E18985574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793AB-A626-6414-A2A4-3DA652F146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D5EEA-FDE2-4371-B994-1995CE499D07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06C71-5F75-D40A-C101-48EE9F627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3AC82-A4AD-7BEF-1F59-11260A514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2525E-BEA2-4154-AAC1-7A71BC01D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080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A73293-9C5D-9A1A-CEDA-0AE4808D0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AirFlow</a:t>
            </a:r>
            <a:r>
              <a:rPr lang="es-ES" dirty="0"/>
              <a:t> </a:t>
            </a:r>
            <a:r>
              <a:rPr lang="es-ES" dirty="0" err="1"/>
              <a:t>Runing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93BE5F-C1FE-F1BA-276D-C8DB09DCD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39" y="1340289"/>
            <a:ext cx="10866634" cy="515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07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D5A89-627A-C5D6-7CD8-EFD4C6033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AirFlow</a:t>
            </a:r>
            <a:r>
              <a:rPr lang="es-ES" dirty="0"/>
              <a:t> </a:t>
            </a:r>
            <a:r>
              <a:rPr lang="es-ES" dirty="0" err="1"/>
              <a:t>EventLog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06455A-6E01-8559-B530-CA99AF448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90" y="1353054"/>
            <a:ext cx="5805898" cy="24792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F64EC7-B62C-B5BF-77DE-E0AF49203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138" y="3832261"/>
            <a:ext cx="5688459" cy="271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02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6410-827A-D65A-320A-7C53558BD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Raw data </a:t>
            </a:r>
            <a:r>
              <a:rPr lang="es-ES" dirty="0" err="1"/>
              <a:t>Generated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C67020-E69F-3E7C-4E69-57BC6226B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446" y="2084409"/>
            <a:ext cx="10178265" cy="296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737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40A31-F445-C036-265D-45B85DDD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Addres</a:t>
            </a:r>
            <a:r>
              <a:rPr lang="es-ES" dirty="0"/>
              <a:t> &amp;Date data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6201DF-93AE-868D-41C3-002540B9E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204" y="1454383"/>
            <a:ext cx="8205627" cy="2598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9D6107-E797-6224-36CB-9CF75B756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863" y="4152549"/>
            <a:ext cx="7630274" cy="2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857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B0079-98A9-DF7D-96F5-B36CA8B01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Fianance</a:t>
            </a:r>
            <a:r>
              <a:rPr lang="es-ES" dirty="0"/>
              <a:t> &amp; </a:t>
            </a:r>
            <a:r>
              <a:rPr lang="es-ES" dirty="0" err="1"/>
              <a:t>Person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B331D4-61F3-67B1-CFFA-1D4C6A0CE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26" y="1320261"/>
            <a:ext cx="8986461" cy="25568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F60FDC-A977-CDAB-A20E-E276F9CFA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026" y="4032032"/>
            <a:ext cx="8986461" cy="282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4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AAC22-FB3B-F7BF-4577-F95A7F0E4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Network </a:t>
            </a:r>
            <a:r>
              <a:rPr lang="es-ES" dirty="0" err="1"/>
              <a:t>usage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0B034E-2260-E842-E9AC-263C02BFA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47" y="2044469"/>
            <a:ext cx="10599506" cy="345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6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6713-C7BE-3DAA-D95E-06E1C2927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Glue</a:t>
            </a:r>
            <a:r>
              <a:rPr lang="es-ES" dirty="0"/>
              <a:t> Jobs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AB4058-E2C3-09AB-CF60-F61ABFD89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7455"/>
            <a:ext cx="12192000" cy="418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2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A502D-02A6-2A60-CE08-57C708E30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Crawlers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FE7DB0-F4A1-1315-1C16-7DD593024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5394"/>
            <a:ext cx="12192000" cy="310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003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12844-7AA1-F57B-A5AC-F940CC8FE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Glue</a:t>
            </a:r>
            <a:r>
              <a:rPr lang="es-ES" dirty="0"/>
              <a:t> Jobs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95A9A8-3928-C9A8-A522-A8F8CC436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141" y="1840529"/>
            <a:ext cx="9294688" cy="374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828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9B846-3F0E-E0AE-A74B-9FB1A071B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DBC &amp; Tables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4A50C-4336-7F6F-9218-0FBD10271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64" y="4308698"/>
            <a:ext cx="12192000" cy="2103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D67338-BE4B-0F67-8760-E60E3E0E3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64" y="2349610"/>
            <a:ext cx="12192000" cy="15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22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79A54-BAD4-B2A6-AC25-22844261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VPCs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ED8702-29C4-4B3F-F29C-8B03C4BF1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70" y="3067440"/>
            <a:ext cx="7876854" cy="36513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6FC7B0-0677-9FD7-9AC8-AA39666E7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97" y="1813398"/>
            <a:ext cx="11236503" cy="113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616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251BC-DBF3-7CA1-1592-F78BEE6D4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VPC (</a:t>
            </a:r>
            <a:r>
              <a:rPr lang="es-ES" dirty="0" err="1"/>
              <a:t>MWAAEnvironment</a:t>
            </a:r>
            <a:r>
              <a:rPr lang="es-ES" dirty="0"/>
              <a:t>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C9199D-3FD9-CD6F-08F9-CAC41CD87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88" y="2045135"/>
            <a:ext cx="10306692" cy="459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960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AA03A-CCE9-40A9-1CF0-631FE004C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Subnets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AC7A30-826C-0E65-EAD8-ED126F79D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90" y="2109018"/>
            <a:ext cx="12192000" cy="323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163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30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AirFlow Runing</vt:lpstr>
      <vt:lpstr>AirFlow EventLog</vt:lpstr>
      <vt:lpstr>Raw data Generated</vt:lpstr>
      <vt:lpstr>Addres &amp;Date data</vt:lpstr>
      <vt:lpstr>Fianance &amp; Person</vt:lpstr>
      <vt:lpstr>Network usage</vt:lpstr>
      <vt:lpstr>Glue Jobs</vt:lpstr>
      <vt:lpstr>Crawlers</vt:lpstr>
      <vt:lpstr>Glue Jobs</vt:lpstr>
      <vt:lpstr>DBC &amp; Tables</vt:lpstr>
      <vt:lpstr>VPCs</vt:lpstr>
      <vt:lpstr>VPC (MWAAEnvironment)</vt:lpstr>
      <vt:lpstr>Subnets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Enrique Rodriguez T</dc:creator>
  <cp:lastModifiedBy>Enrique Rodriguez T</cp:lastModifiedBy>
  <cp:revision>1</cp:revision>
  <dcterms:created xsi:type="dcterms:W3CDTF">2025-11-14T02:08:22Z</dcterms:created>
  <dcterms:modified xsi:type="dcterms:W3CDTF">2025-11-14T02:38:06Z</dcterms:modified>
</cp:coreProperties>
</file>